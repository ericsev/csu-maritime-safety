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2" r:id="rId1"/>
    <p:sldMasterId id="2147483986" r:id="rId2"/>
  </p:sldMasterIdLst>
  <p:notesMasterIdLst>
    <p:notesMasterId r:id="rId11"/>
  </p:notesMasterIdLst>
  <p:sldIdLst>
    <p:sldId id="256" r:id="rId3"/>
    <p:sldId id="281" r:id="rId4"/>
    <p:sldId id="2575" r:id="rId5"/>
    <p:sldId id="2576" r:id="rId6"/>
    <p:sldId id="271" r:id="rId7"/>
    <p:sldId id="2569" r:id="rId8"/>
    <p:sldId id="2571" r:id="rId9"/>
    <p:sldId id="270" r:id="rId10"/>
  </p:sldIdLst>
  <p:sldSz cx="9144000" cy="6858000" type="screen4x3"/>
  <p:notesSz cx="7010400" cy="9296400"/>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a Wingate" initials="LW" lastIdx="1" clrIdx="0">
    <p:extLst>
      <p:ext uri="{19B8F6BF-5375-455C-9EA6-DF929625EA0E}">
        <p15:presenceInfo xmlns:p15="http://schemas.microsoft.com/office/powerpoint/2012/main" userId="S::lisa.wingate@columbiasouthern.edu::57d68696-5a30-494c-a439-8496e3a24b4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855"/>
    <a:srgbClr val="002F6C"/>
    <a:srgbClr val="5B6770"/>
    <a:srgbClr val="C6AA76"/>
    <a:srgbClr val="002C77"/>
    <a:srgbClr val="D0D3D4"/>
    <a:srgbClr val="DDE5ED"/>
    <a:srgbClr val="D0D0D0"/>
    <a:srgbClr val="98C6FE"/>
    <a:srgbClr val="F9DE4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96"/>
    <p:restoredTop sz="84068" autoAdjust="0"/>
  </p:normalViewPr>
  <p:slideViewPr>
    <p:cSldViewPr snapToGrid="0" snapToObjects="1">
      <p:cViewPr varScale="1">
        <p:scale>
          <a:sx n="65" d="100"/>
          <a:sy n="65" d="100"/>
        </p:scale>
        <p:origin x="1901"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m Forsythe" userId="84243ada-ca3a-43e4-bb42-5d74ea201390" providerId="ADAL" clId="{6CE075AE-AE8D-44A9-B06F-E6283F2E60DB}"/>
    <pc:docChg chg="delSld">
      <pc:chgData name="Jim Forsythe" userId="84243ada-ca3a-43e4-bb42-5d74ea201390" providerId="ADAL" clId="{6CE075AE-AE8D-44A9-B06F-E6283F2E60DB}" dt="2025-09-10T21:26:21.012" v="0" actId="2696"/>
      <pc:docMkLst>
        <pc:docMk/>
      </pc:docMkLst>
      <pc:sldChg chg="del">
        <pc:chgData name="Jim Forsythe" userId="84243ada-ca3a-43e4-bb42-5d74ea201390" providerId="ADAL" clId="{6CE075AE-AE8D-44A9-B06F-E6283F2E60DB}" dt="2025-09-10T21:26:21.012" v="0" actId="2696"/>
        <pc:sldMkLst>
          <pc:docMk/>
          <pc:sldMk cId="482949662" sldId="257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7A41A5-1CD2-4554-9B82-2C6F33C54A34}"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0EE745D5-FBAF-413E-A9A4-36B4AD3AE1BB}">
      <dgm:prSet phldrT="[Text]"/>
      <dgm:spPr/>
      <dgm:t>
        <a:bodyPr/>
        <a:lstStyle/>
        <a:p>
          <a:r>
            <a:rPr lang="en-US" dirty="0"/>
            <a:t>Dock Worker</a:t>
          </a:r>
        </a:p>
      </dgm:t>
    </dgm:pt>
    <dgm:pt modelId="{8AAE44F3-1A06-4468-AA98-B939F24BD1EF}" type="parTrans" cxnId="{D9E1908C-37B4-4A38-B804-ED2BBCF4052D}">
      <dgm:prSet/>
      <dgm:spPr/>
      <dgm:t>
        <a:bodyPr/>
        <a:lstStyle/>
        <a:p>
          <a:endParaRPr lang="en-US"/>
        </a:p>
      </dgm:t>
    </dgm:pt>
    <dgm:pt modelId="{2F5E316E-6B5F-45D2-8D46-AD3CCE06910E}" type="sibTrans" cxnId="{D9E1908C-37B4-4A38-B804-ED2BBCF4052D}">
      <dgm:prSet/>
      <dgm:spPr/>
      <dgm:t>
        <a:bodyPr/>
        <a:lstStyle/>
        <a:p>
          <a:endParaRPr lang="en-US"/>
        </a:p>
      </dgm:t>
    </dgm:pt>
    <dgm:pt modelId="{9D458E56-B3C0-49D5-8E6A-D3D42AF4FAD6}">
      <dgm:prSet phldrT="[Text]"/>
      <dgm:spPr/>
      <dgm:t>
        <a:bodyPr/>
        <a:lstStyle/>
        <a:p>
          <a:r>
            <a:rPr lang="en-US" dirty="0"/>
            <a:t>Ship workers</a:t>
          </a:r>
        </a:p>
      </dgm:t>
    </dgm:pt>
    <dgm:pt modelId="{CCB6304A-0A91-49BB-B391-2B852C17B3E4}" type="parTrans" cxnId="{E108055C-93A8-4973-B64F-E4A28D871DCC}">
      <dgm:prSet/>
      <dgm:spPr/>
      <dgm:t>
        <a:bodyPr/>
        <a:lstStyle/>
        <a:p>
          <a:endParaRPr lang="en-US"/>
        </a:p>
      </dgm:t>
    </dgm:pt>
    <dgm:pt modelId="{47750E40-1B7B-4E02-8EF5-86D1E0A07E33}" type="sibTrans" cxnId="{E108055C-93A8-4973-B64F-E4A28D871DCC}">
      <dgm:prSet/>
      <dgm:spPr/>
      <dgm:t>
        <a:bodyPr/>
        <a:lstStyle/>
        <a:p>
          <a:endParaRPr lang="en-US"/>
        </a:p>
      </dgm:t>
    </dgm:pt>
    <dgm:pt modelId="{5C409DCA-8C99-4601-A268-86157370F3B4}">
      <dgm:prSet phldrT="[Text]"/>
      <dgm:spPr/>
      <dgm:t>
        <a:bodyPr/>
        <a:lstStyle/>
        <a:p>
          <a:r>
            <a:rPr lang="en-US" dirty="0"/>
            <a:t>Cruise Employees</a:t>
          </a:r>
        </a:p>
      </dgm:t>
    </dgm:pt>
    <dgm:pt modelId="{320448E0-37D2-4395-A95A-9635363EAE86}" type="parTrans" cxnId="{0E6E3ACA-3C5B-4C6E-B088-B7D156F17EC6}">
      <dgm:prSet/>
      <dgm:spPr/>
      <dgm:t>
        <a:bodyPr/>
        <a:lstStyle/>
        <a:p>
          <a:endParaRPr lang="en-US"/>
        </a:p>
      </dgm:t>
    </dgm:pt>
    <dgm:pt modelId="{2AF77188-E518-4D95-86A6-3433EC426A58}" type="sibTrans" cxnId="{0E6E3ACA-3C5B-4C6E-B088-B7D156F17EC6}">
      <dgm:prSet/>
      <dgm:spPr/>
      <dgm:t>
        <a:bodyPr/>
        <a:lstStyle/>
        <a:p>
          <a:endParaRPr lang="en-US"/>
        </a:p>
      </dgm:t>
    </dgm:pt>
    <dgm:pt modelId="{5829C966-5C5A-4BB9-B1AA-1ED83F3BF1D4}">
      <dgm:prSet phldrT="[Text]"/>
      <dgm:spPr/>
      <dgm:t>
        <a:bodyPr/>
        <a:lstStyle/>
        <a:p>
          <a:r>
            <a:rPr lang="en-US" dirty="0"/>
            <a:t>Active Military</a:t>
          </a:r>
        </a:p>
      </dgm:t>
    </dgm:pt>
    <dgm:pt modelId="{15D9B44A-1AF4-47AA-9789-D70FE421ADA3}" type="parTrans" cxnId="{551E8F4D-B4CB-498C-8AEA-47108A491B27}">
      <dgm:prSet/>
      <dgm:spPr/>
      <dgm:t>
        <a:bodyPr/>
        <a:lstStyle/>
        <a:p>
          <a:endParaRPr lang="en-US"/>
        </a:p>
      </dgm:t>
    </dgm:pt>
    <dgm:pt modelId="{974B4907-ED51-4754-9458-64392A9BDAA4}" type="sibTrans" cxnId="{551E8F4D-B4CB-498C-8AEA-47108A491B27}">
      <dgm:prSet/>
      <dgm:spPr/>
      <dgm:t>
        <a:bodyPr/>
        <a:lstStyle/>
        <a:p>
          <a:endParaRPr lang="en-US"/>
        </a:p>
      </dgm:t>
    </dgm:pt>
    <dgm:pt modelId="{C9C77728-068E-4808-A6FB-2ABE48AEF866}">
      <dgm:prSet phldrT="[Text]"/>
      <dgm:spPr/>
      <dgm:t>
        <a:bodyPr/>
        <a:lstStyle/>
        <a:p>
          <a:r>
            <a:rPr lang="en-US" dirty="0"/>
            <a:t>Ship Construction Workers</a:t>
          </a:r>
        </a:p>
      </dgm:t>
    </dgm:pt>
    <dgm:pt modelId="{30D262CD-36AC-4216-BCE2-968B11028E10}" type="parTrans" cxnId="{5E320F2A-D821-4F75-A174-CEABF4DD9E70}">
      <dgm:prSet/>
      <dgm:spPr/>
      <dgm:t>
        <a:bodyPr/>
        <a:lstStyle/>
        <a:p>
          <a:endParaRPr lang="en-US"/>
        </a:p>
      </dgm:t>
    </dgm:pt>
    <dgm:pt modelId="{0ED5CDDF-D785-4B10-A774-3CF0C6E21635}" type="sibTrans" cxnId="{5E320F2A-D821-4F75-A174-CEABF4DD9E70}">
      <dgm:prSet/>
      <dgm:spPr/>
      <dgm:t>
        <a:bodyPr/>
        <a:lstStyle/>
        <a:p>
          <a:endParaRPr lang="en-US"/>
        </a:p>
      </dgm:t>
    </dgm:pt>
    <dgm:pt modelId="{E2AC9FFD-A861-4CE0-A09E-20DBF145B75D}" type="pres">
      <dgm:prSet presAssocID="{657A41A5-1CD2-4554-9B82-2C6F33C54A34}" presName="diagram" presStyleCnt="0">
        <dgm:presLayoutVars>
          <dgm:dir/>
          <dgm:resizeHandles val="exact"/>
        </dgm:presLayoutVars>
      </dgm:prSet>
      <dgm:spPr/>
    </dgm:pt>
    <dgm:pt modelId="{FC8B1A5F-6F66-4A24-BFC1-26529A9D3D64}" type="pres">
      <dgm:prSet presAssocID="{0EE745D5-FBAF-413E-A9A4-36B4AD3AE1BB}" presName="node" presStyleLbl="node1" presStyleIdx="0" presStyleCnt="5">
        <dgm:presLayoutVars>
          <dgm:bulletEnabled val="1"/>
        </dgm:presLayoutVars>
      </dgm:prSet>
      <dgm:spPr/>
    </dgm:pt>
    <dgm:pt modelId="{BE1A451D-D01A-4FC7-89DF-E066EAE4981F}" type="pres">
      <dgm:prSet presAssocID="{2F5E316E-6B5F-45D2-8D46-AD3CCE06910E}" presName="sibTrans" presStyleCnt="0"/>
      <dgm:spPr/>
    </dgm:pt>
    <dgm:pt modelId="{01E1E674-59FF-4321-B28C-74EDB71CECE3}" type="pres">
      <dgm:prSet presAssocID="{9D458E56-B3C0-49D5-8E6A-D3D42AF4FAD6}" presName="node" presStyleLbl="node1" presStyleIdx="1" presStyleCnt="5">
        <dgm:presLayoutVars>
          <dgm:bulletEnabled val="1"/>
        </dgm:presLayoutVars>
      </dgm:prSet>
      <dgm:spPr/>
    </dgm:pt>
    <dgm:pt modelId="{5522B428-3CE7-4DE5-8475-0677CD2A5339}" type="pres">
      <dgm:prSet presAssocID="{47750E40-1B7B-4E02-8EF5-86D1E0A07E33}" presName="sibTrans" presStyleCnt="0"/>
      <dgm:spPr/>
    </dgm:pt>
    <dgm:pt modelId="{0E71B9B1-3558-4413-9ADB-2C5129B7B75A}" type="pres">
      <dgm:prSet presAssocID="{5C409DCA-8C99-4601-A268-86157370F3B4}" presName="node" presStyleLbl="node1" presStyleIdx="2" presStyleCnt="5">
        <dgm:presLayoutVars>
          <dgm:bulletEnabled val="1"/>
        </dgm:presLayoutVars>
      </dgm:prSet>
      <dgm:spPr/>
    </dgm:pt>
    <dgm:pt modelId="{4123FD5F-AA60-4D04-AC7B-20C6F9433181}" type="pres">
      <dgm:prSet presAssocID="{2AF77188-E518-4D95-86A6-3433EC426A58}" presName="sibTrans" presStyleCnt="0"/>
      <dgm:spPr/>
    </dgm:pt>
    <dgm:pt modelId="{51B10B83-ED4C-4CE4-9E9F-29158D82416E}" type="pres">
      <dgm:prSet presAssocID="{5829C966-5C5A-4BB9-B1AA-1ED83F3BF1D4}" presName="node" presStyleLbl="node1" presStyleIdx="3" presStyleCnt="5">
        <dgm:presLayoutVars>
          <dgm:bulletEnabled val="1"/>
        </dgm:presLayoutVars>
      </dgm:prSet>
      <dgm:spPr/>
    </dgm:pt>
    <dgm:pt modelId="{305561B3-E582-44DE-9848-B2746A258145}" type="pres">
      <dgm:prSet presAssocID="{974B4907-ED51-4754-9458-64392A9BDAA4}" presName="sibTrans" presStyleCnt="0"/>
      <dgm:spPr/>
    </dgm:pt>
    <dgm:pt modelId="{CE5B8F95-8265-4E73-A7DD-A2F0222CFF93}" type="pres">
      <dgm:prSet presAssocID="{C9C77728-068E-4808-A6FB-2ABE48AEF866}" presName="node" presStyleLbl="node1" presStyleIdx="4" presStyleCnt="5">
        <dgm:presLayoutVars>
          <dgm:bulletEnabled val="1"/>
        </dgm:presLayoutVars>
      </dgm:prSet>
      <dgm:spPr/>
    </dgm:pt>
  </dgm:ptLst>
  <dgm:cxnLst>
    <dgm:cxn modelId="{319C3720-8409-4448-8071-9A7B4484CE9B}" type="presOf" srcId="{5829C966-5C5A-4BB9-B1AA-1ED83F3BF1D4}" destId="{51B10B83-ED4C-4CE4-9E9F-29158D82416E}" srcOrd="0" destOrd="0" presId="urn:microsoft.com/office/officeart/2005/8/layout/default"/>
    <dgm:cxn modelId="{5E320F2A-D821-4F75-A174-CEABF4DD9E70}" srcId="{657A41A5-1CD2-4554-9B82-2C6F33C54A34}" destId="{C9C77728-068E-4808-A6FB-2ABE48AEF866}" srcOrd="4" destOrd="0" parTransId="{30D262CD-36AC-4216-BCE2-968B11028E10}" sibTransId="{0ED5CDDF-D785-4B10-A774-3CF0C6E21635}"/>
    <dgm:cxn modelId="{E108055C-93A8-4973-B64F-E4A28D871DCC}" srcId="{657A41A5-1CD2-4554-9B82-2C6F33C54A34}" destId="{9D458E56-B3C0-49D5-8E6A-D3D42AF4FAD6}" srcOrd="1" destOrd="0" parTransId="{CCB6304A-0A91-49BB-B391-2B852C17B3E4}" sibTransId="{47750E40-1B7B-4E02-8EF5-86D1E0A07E33}"/>
    <dgm:cxn modelId="{61FE5660-F0E7-4788-B465-C57E070D2414}" type="presOf" srcId="{C9C77728-068E-4808-A6FB-2ABE48AEF866}" destId="{CE5B8F95-8265-4E73-A7DD-A2F0222CFF93}" srcOrd="0" destOrd="0" presId="urn:microsoft.com/office/officeart/2005/8/layout/default"/>
    <dgm:cxn modelId="{49AAC564-36AE-460B-8988-3E33D4441429}" type="presOf" srcId="{0EE745D5-FBAF-413E-A9A4-36B4AD3AE1BB}" destId="{FC8B1A5F-6F66-4A24-BFC1-26529A9D3D64}" srcOrd="0" destOrd="0" presId="urn:microsoft.com/office/officeart/2005/8/layout/default"/>
    <dgm:cxn modelId="{0C9E9267-E88C-4E3B-A9E2-9CB425156149}" type="presOf" srcId="{657A41A5-1CD2-4554-9B82-2C6F33C54A34}" destId="{E2AC9FFD-A861-4CE0-A09E-20DBF145B75D}" srcOrd="0" destOrd="0" presId="urn:microsoft.com/office/officeart/2005/8/layout/default"/>
    <dgm:cxn modelId="{551E8F4D-B4CB-498C-8AEA-47108A491B27}" srcId="{657A41A5-1CD2-4554-9B82-2C6F33C54A34}" destId="{5829C966-5C5A-4BB9-B1AA-1ED83F3BF1D4}" srcOrd="3" destOrd="0" parTransId="{15D9B44A-1AF4-47AA-9789-D70FE421ADA3}" sibTransId="{974B4907-ED51-4754-9458-64392A9BDAA4}"/>
    <dgm:cxn modelId="{D9E1908C-37B4-4A38-B804-ED2BBCF4052D}" srcId="{657A41A5-1CD2-4554-9B82-2C6F33C54A34}" destId="{0EE745D5-FBAF-413E-A9A4-36B4AD3AE1BB}" srcOrd="0" destOrd="0" parTransId="{8AAE44F3-1A06-4468-AA98-B939F24BD1EF}" sibTransId="{2F5E316E-6B5F-45D2-8D46-AD3CCE06910E}"/>
    <dgm:cxn modelId="{F98B188D-70CA-4275-8F51-26D49F6B2EE6}" type="presOf" srcId="{5C409DCA-8C99-4601-A268-86157370F3B4}" destId="{0E71B9B1-3558-4413-9ADB-2C5129B7B75A}" srcOrd="0" destOrd="0" presId="urn:microsoft.com/office/officeart/2005/8/layout/default"/>
    <dgm:cxn modelId="{D5C810B4-73A1-44AC-885F-BAC9E0B8CC43}" type="presOf" srcId="{9D458E56-B3C0-49D5-8E6A-D3D42AF4FAD6}" destId="{01E1E674-59FF-4321-B28C-74EDB71CECE3}" srcOrd="0" destOrd="0" presId="urn:microsoft.com/office/officeart/2005/8/layout/default"/>
    <dgm:cxn modelId="{0E6E3ACA-3C5B-4C6E-B088-B7D156F17EC6}" srcId="{657A41A5-1CD2-4554-9B82-2C6F33C54A34}" destId="{5C409DCA-8C99-4601-A268-86157370F3B4}" srcOrd="2" destOrd="0" parTransId="{320448E0-37D2-4395-A95A-9635363EAE86}" sibTransId="{2AF77188-E518-4D95-86A6-3433EC426A58}"/>
    <dgm:cxn modelId="{FB4E7C0A-2A94-4515-999F-C1B0AFE343F9}" type="presParOf" srcId="{E2AC9FFD-A861-4CE0-A09E-20DBF145B75D}" destId="{FC8B1A5F-6F66-4A24-BFC1-26529A9D3D64}" srcOrd="0" destOrd="0" presId="urn:microsoft.com/office/officeart/2005/8/layout/default"/>
    <dgm:cxn modelId="{8AAD31DC-95ED-4149-9CF6-796394E50927}" type="presParOf" srcId="{E2AC9FFD-A861-4CE0-A09E-20DBF145B75D}" destId="{BE1A451D-D01A-4FC7-89DF-E066EAE4981F}" srcOrd="1" destOrd="0" presId="urn:microsoft.com/office/officeart/2005/8/layout/default"/>
    <dgm:cxn modelId="{CF7DE9A4-7081-492D-A9A5-5AFF99F8D092}" type="presParOf" srcId="{E2AC9FFD-A861-4CE0-A09E-20DBF145B75D}" destId="{01E1E674-59FF-4321-B28C-74EDB71CECE3}" srcOrd="2" destOrd="0" presId="urn:microsoft.com/office/officeart/2005/8/layout/default"/>
    <dgm:cxn modelId="{682639F6-66F6-45B3-9780-3C332000EA7F}" type="presParOf" srcId="{E2AC9FFD-A861-4CE0-A09E-20DBF145B75D}" destId="{5522B428-3CE7-4DE5-8475-0677CD2A5339}" srcOrd="3" destOrd="0" presId="urn:microsoft.com/office/officeart/2005/8/layout/default"/>
    <dgm:cxn modelId="{0C4669E9-CD70-4653-99A0-9316AD290790}" type="presParOf" srcId="{E2AC9FFD-A861-4CE0-A09E-20DBF145B75D}" destId="{0E71B9B1-3558-4413-9ADB-2C5129B7B75A}" srcOrd="4" destOrd="0" presId="urn:microsoft.com/office/officeart/2005/8/layout/default"/>
    <dgm:cxn modelId="{34E83D03-9F77-4563-8A5C-6C74904B25BE}" type="presParOf" srcId="{E2AC9FFD-A861-4CE0-A09E-20DBF145B75D}" destId="{4123FD5F-AA60-4D04-AC7B-20C6F9433181}" srcOrd="5" destOrd="0" presId="urn:microsoft.com/office/officeart/2005/8/layout/default"/>
    <dgm:cxn modelId="{3947D148-E973-4356-BC5D-C9542F98DECC}" type="presParOf" srcId="{E2AC9FFD-A861-4CE0-A09E-20DBF145B75D}" destId="{51B10B83-ED4C-4CE4-9E9F-29158D82416E}" srcOrd="6" destOrd="0" presId="urn:microsoft.com/office/officeart/2005/8/layout/default"/>
    <dgm:cxn modelId="{CE669CB7-DD10-458C-8F18-477D39F6D539}" type="presParOf" srcId="{E2AC9FFD-A861-4CE0-A09E-20DBF145B75D}" destId="{305561B3-E582-44DE-9848-B2746A258145}" srcOrd="7" destOrd="0" presId="urn:microsoft.com/office/officeart/2005/8/layout/default"/>
    <dgm:cxn modelId="{88D74CB2-1393-4E87-BD63-E5C603AEDD23}" type="presParOf" srcId="{E2AC9FFD-A861-4CE0-A09E-20DBF145B75D}" destId="{CE5B8F95-8265-4E73-A7DD-A2F0222CFF93}"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4CFC9D-695A-44A8-92ED-19A4032320C7}"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0CDA3A60-5944-44AD-90AE-B57E93B13C96}">
      <dgm:prSet phldrT="[Text]"/>
      <dgm:spPr/>
      <dgm:t>
        <a:bodyPr/>
        <a:lstStyle/>
        <a:p>
          <a:r>
            <a:rPr lang="en-US" dirty="0"/>
            <a:t>Targeted Career options</a:t>
          </a:r>
        </a:p>
      </dgm:t>
    </dgm:pt>
    <dgm:pt modelId="{0AE71F86-9791-47C2-A78E-BFED02CBF9F3}" type="parTrans" cxnId="{BF0A80C3-2AFF-4FFB-AD01-51069F4F0FAC}">
      <dgm:prSet/>
      <dgm:spPr/>
      <dgm:t>
        <a:bodyPr/>
        <a:lstStyle/>
        <a:p>
          <a:endParaRPr lang="en-US"/>
        </a:p>
      </dgm:t>
    </dgm:pt>
    <dgm:pt modelId="{31E463DC-D200-47E4-B46D-3553F7BC24AD}" type="sibTrans" cxnId="{BF0A80C3-2AFF-4FFB-AD01-51069F4F0FAC}">
      <dgm:prSet/>
      <dgm:spPr/>
      <dgm:t>
        <a:bodyPr/>
        <a:lstStyle/>
        <a:p>
          <a:endParaRPr lang="en-US"/>
        </a:p>
      </dgm:t>
    </dgm:pt>
    <dgm:pt modelId="{89F72087-11B1-416A-B4D2-CEBB30EF8E8E}">
      <dgm:prSet phldrT="[Text]"/>
      <dgm:spPr/>
      <dgm:t>
        <a:bodyPr/>
        <a:lstStyle/>
        <a:p>
          <a:r>
            <a:rPr lang="en-US" dirty="0"/>
            <a:t>Trendsetting Expertise curriculum</a:t>
          </a:r>
        </a:p>
      </dgm:t>
    </dgm:pt>
    <dgm:pt modelId="{328426AD-FBCE-47BA-8783-DF1D246CC32A}" type="parTrans" cxnId="{06BA36A5-B7FA-4B81-AC17-A9FF0A659FAD}">
      <dgm:prSet/>
      <dgm:spPr/>
      <dgm:t>
        <a:bodyPr/>
        <a:lstStyle/>
        <a:p>
          <a:endParaRPr lang="en-US"/>
        </a:p>
      </dgm:t>
    </dgm:pt>
    <dgm:pt modelId="{184561B9-AC68-4B32-82B9-DCF7C957E329}" type="sibTrans" cxnId="{06BA36A5-B7FA-4B81-AC17-A9FF0A659FAD}">
      <dgm:prSet/>
      <dgm:spPr/>
      <dgm:t>
        <a:bodyPr/>
        <a:lstStyle/>
        <a:p>
          <a:endParaRPr lang="en-US"/>
        </a:p>
      </dgm:t>
    </dgm:pt>
    <dgm:pt modelId="{9CF90E0C-7EC2-4E24-B869-FB503C9BD472}">
      <dgm:prSet phldrT="[Text]"/>
      <dgm:spPr/>
      <dgm:t>
        <a:bodyPr/>
        <a:lstStyle/>
        <a:p>
          <a:r>
            <a:rPr lang="en-US" dirty="0"/>
            <a:t>Different Student Population</a:t>
          </a:r>
        </a:p>
      </dgm:t>
    </dgm:pt>
    <dgm:pt modelId="{B2710A6A-FD4F-403D-AA28-EC4F1441F8A6}" type="parTrans" cxnId="{F82D5C07-27B3-4EBB-948D-E59139C50027}">
      <dgm:prSet/>
      <dgm:spPr/>
      <dgm:t>
        <a:bodyPr/>
        <a:lstStyle/>
        <a:p>
          <a:endParaRPr lang="en-US"/>
        </a:p>
      </dgm:t>
    </dgm:pt>
    <dgm:pt modelId="{972F25FA-77AA-44AC-9590-6D405348CC6F}" type="sibTrans" cxnId="{F82D5C07-27B3-4EBB-948D-E59139C50027}">
      <dgm:prSet/>
      <dgm:spPr/>
      <dgm:t>
        <a:bodyPr/>
        <a:lstStyle/>
        <a:p>
          <a:endParaRPr lang="en-US"/>
        </a:p>
      </dgm:t>
    </dgm:pt>
    <dgm:pt modelId="{21C33067-41BB-4144-937D-89D4B65F5017}">
      <dgm:prSet phldrT="[Text]"/>
      <dgm:spPr/>
      <dgm:t>
        <a:bodyPr/>
        <a:lstStyle/>
        <a:p>
          <a:r>
            <a:rPr lang="en-US" dirty="0"/>
            <a:t>Maritime Work is trending  upwards</a:t>
          </a:r>
        </a:p>
      </dgm:t>
    </dgm:pt>
    <dgm:pt modelId="{29FEA9E2-8168-4262-9160-2AFFF90D7934}" type="parTrans" cxnId="{5D185101-D5D0-48EC-B4F0-15C6292D679F}">
      <dgm:prSet/>
      <dgm:spPr/>
      <dgm:t>
        <a:bodyPr/>
        <a:lstStyle/>
        <a:p>
          <a:endParaRPr lang="en-US"/>
        </a:p>
      </dgm:t>
    </dgm:pt>
    <dgm:pt modelId="{31C91E26-0145-41D8-BF21-CA12759505BD}" type="sibTrans" cxnId="{5D185101-D5D0-48EC-B4F0-15C6292D679F}">
      <dgm:prSet/>
      <dgm:spPr/>
      <dgm:t>
        <a:bodyPr/>
        <a:lstStyle/>
        <a:p>
          <a:endParaRPr lang="en-US"/>
        </a:p>
      </dgm:t>
    </dgm:pt>
    <dgm:pt modelId="{A36229F7-33F5-4252-ACA8-5AA9F4B92DFB}">
      <dgm:prSet phldrT="[Text]"/>
      <dgm:spPr/>
      <dgm:t>
        <a:bodyPr/>
        <a:lstStyle/>
        <a:p>
          <a:r>
            <a:rPr lang="en-US" dirty="0"/>
            <a:t>Recognition and expansion of safety knowledge within the industry</a:t>
          </a:r>
        </a:p>
      </dgm:t>
    </dgm:pt>
    <dgm:pt modelId="{B723412B-DDDD-4EFB-A43F-5A6E4B0AE5B4}" type="parTrans" cxnId="{FCAAE40D-9485-42F5-BDCA-1F4B35CEB155}">
      <dgm:prSet/>
      <dgm:spPr/>
      <dgm:t>
        <a:bodyPr/>
        <a:lstStyle/>
        <a:p>
          <a:endParaRPr lang="en-US"/>
        </a:p>
      </dgm:t>
    </dgm:pt>
    <dgm:pt modelId="{A60972D8-3AAB-456E-84D8-E46A9C698F0C}" type="sibTrans" cxnId="{FCAAE40D-9485-42F5-BDCA-1F4B35CEB155}">
      <dgm:prSet/>
      <dgm:spPr/>
      <dgm:t>
        <a:bodyPr/>
        <a:lstStyle/>
        <a:p>
          <a:endParaRPr lang="en-US"/>
        </a:p>
      </dgm:t>
    </dgm:pt>
    <dgm:pt modelId="{38D585E0-3A6C-49B1-A2CE-5630FE0A122E}" type="pres">
      <dgm:prSet presAssocID="{554CFC9D-695A-44A8-92ED-19A4032320C7}" presName="cycle" presStyleCnt="0">
        <dgm:presLayoutVars>
          <dgm:dir/>
          <dgm:resizeHandles val="exact"/>
        </dgm:presLayoutVars>
      </dgm:prSet>
      <dgm:spPr/>
    </dgm:pt>
    <dgm:pt modelId="{31F9D65F-ACD9-4E7D-9E5E-F267441A37CA}" type="pres">
      <dgm:prSet presAssocID="{0CDA3A60-5944-44AD-90AE-B57E93B13C96}" presName="node" presStyleLbl="node1" presStyleIdx="0" presStyleCnt="5">
        <dgm:presLayoutVars>
          <dgm:bulletEnabled val="1"/>
        </dgm:presLayoutVars>
      </dgm:prSet>
      <dgm:spPr/>
    </dgm:pt>
    <dgm:pt modelId="{C9B48765-4F11-43E6-B343-D42AC74B66F6}" type="pres">
      <dgm:prSet presAssocID="{0CDA3A60-5944-44AD-90AE-B57E93B13C96}" presName="spNode" presStyleCnt="0"/>
      <dgm:spPr/>
    </dgm:pt>
    <dgm:pt modelId="{6DD47EE5-528A-4FB4-9EA0-55637B3B876B}" type="pres">
      <dgm:prSet presAssocID="{31E463DC-D200-47E4-B46D-3553F7BC24AD}" presName="sibTrans" presStyleLbl="sibTrans1D1" presStyleIdx="0" presStyleCnt="5"/>
      <dgm:spPr/>
    </dgm:pt>
    <dgm:pt modelId="{465E0989-CC81-4A8A-A344-FA408C0B3BEF}" type="pres">
      <dgm:prSet presAssocID="{89F72087-11B1-416A-B4D2-CEBB30EF8E8E}" presName="node" presStyleLbl="node1" presStyleIdx="1" presStyleCnt="5">
        <dgm:presLayoutVars>
          <dgm:bulletEnabled val="1"/>
        </dgm:presLayoutVars>
      </dgm:prSet>
      <dgm:spPr/>
    </dgm:pt>
    <dgm:pt modelId="{5CE8B698-6239-4D33-8A3A-46494A4D0B59}" type="pres">
      <dgm:prSet presAssocID="{89F72087-11B1-416A-B4D2-CEBB30EF8E8E}" presName="spNode" presStyleCnt="0"/>
      <dgm:spPr/>
    </dgm:pt>
    <dgm:pt modelId="{97701721-73EA-4008-A792-F4727908B0AB}" type="pres">
      <dgm:prSet presAssocID="{184561B9-AC68-4B32-82B9-DCF7C957E329}" presName="sibTrans" presStyleLbl="sibTrans1D1" presStyleIdx="1" presStyleCnt="5"/>
      <dgm:spPr/>
    </dgm:pt>
    <dgm:pt modelId="{9A29FD03-A618-4547-8B10-75421231BFB1}" type="pres">
      <dgm:prSet presAssocID="{9CF90E0C-7EC2-4E24-B869-FB503C9BD472}" presName="node" presStyleLbl="node1" presStyleIdx="2" presStyleCnt="5">
        <dgm:presLayoutVars>
          <dgm:bulletEnabled val="1"/>
        </dgm:presLayoutVars>
      </dgm:prSet>
      <dgm:spPr/>
    </dgm:pt>
    <dgm:pt modelId="{32472CB6-E600-4322-884B-D1D9C6906F5B}" type="pres">
      <dgm:prSet presAssocID="{9CF90E0C-7EC2-4E24-B869-FB503C9BD472}" presName="spNode" presStyleCnt="0"/>
      <dgm:spPr/>
    </dgm:pt>
    <dgm:pt modelId="{65DDA54A-A2FE-40F3-AD03-56E717A2728A}" type="pres">
      <dgm:prSet presAssocID="{972F25FA-77AA-44AC-9590-6D405348CC6F}" presName="sibTrans" presStyleLbl="sibTrans1D1" presStyleIdx="2" presStyleCnt="5"/>
      <dgm:spPr/>
    </dgm:pt>
    <dgm:pt modelId="{F7F503C2-C0E2-47CF-9371-B8C5D8E2B1E0}" type="pres">
      <dgm:prSet presAssocID="{21C33067-41BB-4144-937D-89D4B65F5017}" presName="node" presStyleLbl="node1" presStyleIdx="3" presStyleCnt="5">
        <dgm:presLayoutVars>
          <dgm:bulletEnabled val="1"/>
        </dgm:presLayoutVars>
      </dgm:prSet>
      <dgm:spPr/>
    </dgm:pt>
    <dgm:pt modelId="{9E23A453-78BB-40E9-947D-032C3B32B1F7}" type="pres">
      <dgm:prSet presAssocID="{21C33067-41BB-4144-937D-89D4B65F5017}" presName="spNode" presStyleCnt="0"/>
      <dgm:spPr/>
    </dgm:pt>
    <dgm:pt modelId="{3B1F74DA-208E-4909-87EC-F75067DB2BCD}" type="pres">
      <dgm:prSet presAssocID="{31C91E26-0145-41D8-BF21-CA12759505BD}" presName="sibTrans" presStyleLbl="sibTrans1D1" presStyleIdx="3" presStyleCnt="5"/>
      <dgm:spPr/>
    </dgm:pt>
    <dgm:pt modelId="{B8B35815-10BF-4909-AE3B-AA13C07C0172}" type="pres">
      <dgm:prSet presAssocID="{A36229F7-33F5-4252-ACA8-5AA9F4B92DFB}" presName="node" presStyleLbl="node1" presStyleIdx="4" presStyleCnt="5">
        <dgm:presLayoutVars>
          <dgm:bulletEnabled val="1"/>
        </dgm:presLayoutVars>
      </dgm:prSet>
      <dgm:spPr/>
    </dgm:pt>
    <dgm:pt modelId="{6105E010-FB66-4E45-BECA-142740A8BE1B}" type="pres">
      <dgm:prSet presAssocID="{A36229F7-33F5-4252-ACA8-5AA9F4B92DFB}" presName="spNode" presStyleCnt="0"/>
      <dgm:spPr/>
    </dgm:pt>
    <dgm:pt modelId="{04D6503B-1A16-4B5B-9F0E-3F29B787B343}" type="pres">
      <dgm:prSet presAssocID="{A60972D8-3AAB-456E-84D8-E46A9C698F0C}" presName="sibTrans" presStyleLbl="sibTrans1D1" presStyleIdx="4" presStyleCnt="5"/>
      <dgm:spPr/>
    </dgm:pt>
  </dgm:ptLst>
  <dgm:cxnLst>
    <dgm:cxn modelId="{5D185101-D5D0-48EC-B4F0-15C6292D679F}" srcId="{554CFC9D-695A-44A8-92ED-19A4032320C7}" destId="{21C33067-41BB-4144-937D-89D4B65F5017}" srcOrd="3" destOrd="0" parTransId="{29FEA9E2-8168-4262-9160-2AFFF90D7934}" sibTransId="{31C91E26-0145-41D8-BF21-CA12759505BD}"/>
    <dgm:cxn modelId="{F82D5C07-27B3-4EBB-948D-E59139C50027}" srcId="{554CFC9D-695A-44A8-92ED-19A4032320C7}" destId="{9CF90E0C-7EC2-4E24-B869-FB503C9BD472}" srcOrd="2" destOrd="0" parTransId="{B2710A6A-FD4F-403D-AA28-EC4F1441F8A6}" sibTransId="{972F25FA-77AA-44AC-9590-6D405348CC6F}"/>
    <dgm:cxn modelId="{FCAAE40D-9485-42F5-BDCA-1F4B35CEB155}" srcId="{554CFC9D-695A-44A8-92ED-19A4032320C7}" destId="{A36229F7-33F5-4252-ACA8-5AA9F4B92DFB}" srcOrd="4" destOrd="0" parTransId="{B723412B-DDDD-4EFB-A43F-5A6E4B0AE5B4}" sibTransId="{A60972D8-3AAB-456E-84D8-E46A9C698F0C}"/>
    <dgm:cxn modelId="{BF3A4F11-1A9C-43D0-A6ED-D99BEA3D968B}" type="presOf" srcId="{89F72087-11B1-416A-B4D2-CEBB30EF8E8E}" destId="{465E0989-CC81-4A8A-A344-FA408C0B3BEF}" srcOrd="0" destOrd="0" presId="urn:microsoft.com/office/officeart/2005/8/layout/cycle5"/>
    <dgm:cxn modelId="{5ABAD717-5DBF-4806-85E7-50C8526EEF66}" type="presOf" srcId="{972F25FA-77AA-44AC-9590-6D405348CC6F}" destId="{65DDA54A-A2FE-40F3-AD03-56E717A2728A}" srcOrd="0" destOrd="0" presId="urn:microsoft.com/office/officeart/2005/8/layout/cycle5"/>
    <dgm:cxn modelId="{271EE023-4546-4403-86D8-D4B9A8B14ED8}" type="presOf" srcId="{554CFC9D-695A-44A8-92ED-19A4032320C7}" destId="{38D585E0-3A6C-49B1-A2CE-5630FE0A122E}" srcOrd="0" destOrd="0" presId="urn:microsoft.com/office/officeart/2005/8/layout/cycle5"/>
    <dgm:cxn modelId="{8AAA2659-B8D3-41E3-B392-FBB4D424660D}" type="presOf" srcId="{31C91E26-0145-41D8-BF21-CA12759505BD}" destId="{3B1F74DA-208E-4909-87EC-F75067DB2BCD}" srcOrd="0" destOrd="0" presId="urn:microsoft.com/office/officeart/2005/8/layout/cycle5"/>
    <dgm:cxn modelId="{FE00EC8A-0A66-4AE7-B958-257188A03E59}" type="presOf" srcId="{31E463DC-D200-47E4-B46D-3553F7BC24AD}" destId="{6DD47EE5-528A-4FB4-9EA0-55637B3B876B}" srcOrd="0" destOrd="0" presId="urn:microsoft.com/office/officeart/2005/8/layout/cycle5"/>
    <dgm:cxn modelId="{4B8598A3-67E9-4C54-AA5A-4CD384AC6349}" type="presOf" srcId="{184561B9-AC68-4B32-82B9-DCF7C957E329}" destId="{97701721-73EA-4008-A792-F4727908B0AB}" srcOrd="0" destOrd="0" presId="urn:microsoft.com/office/officeart/2005/8/layout/cycle5"/>
    <dgm:cxn modelId="{06BA36A5-B7FA-4B81-AC17-A9FF0A659FAD}" srcId="{554CFC9D-695A-44A8-92ED-19A4032320C7}" destId="{89F72087-11B1-416A-B4D2-CEBB30EF8E8E}" srcOrd="1" destOrd="0" parTransId="{328426AD-FBCE-47BA-8783-DF1D246CC32A}" sibTransId="{184561B9-AC68-4B32-82B9-DCF7C957E329}"/>
    <dgm:cxn modelId="{BF0A80C3-2AFF-4FFB-AD01-51069F4F0FAC}" srcId="{554CFC9D-695A-44A8-92ED-19A4032320C7}" destId="{0CDA3A60-5944-44AD-90AE-B57E93B13C96}" srcOrd="0" destOrd="0" parTransId="{0AE71F86-9791-47C2-A78E-BFED02CBF9F3}" sibTransId="{31E463DC-D200-47E4-B46D-3553F7BC24AD}"/>
    <dgm:cxn modelId="{16F39FD8-3893-4342-A3B4-009E59E047B6}" type="presOf" srcId="{21C33067-41BB-4144-937D-89D4B65F5017}" destId="{F7F503C2-C0E2-47CF-9371-B8C5D8E2B1E0}" srcOrd="0" destOrd="0" presId="urn:microsoft.com/office/officeart/2005/8/layout/cycle5"/>
    <dgm:cxn modelId="{B72C63DC-0B10-4604-BB0C-94CCAE32E1B5}" type="presOf" srcId="{A60972D8-3AAB-456E-84D8-E46A9C698F0C}" destId="{04D6503B-1A16-4B5B-9F0E-3F29B787B343}" srcOrd="0" destOrd="0" presId="urn:microsoft.com/office/officeart/2005/8/layout/cycle5"/>
    <dgm:cxn modelId="{EBEF9DE2-47F2-4C9D-A0EF-1732CE59F16B}" type="presOf" srcId="{0CDA3A60-5944-44AD-90AE-B57E93B13C96}" destId="{31F9D65F-ACD9-4E7D-9E5E-F267441A37CA}" srcOrd="0" destOrd="0" presId="urn:microsoft.com/office/officeart/2005/8/layout/cycle5"/>
    <dgm:cxn modelId="{955C09EA-8712-4478-B3A6-CCAA98B1C4D8}" type="presOf" srcId="{9CF90E0C-7EC2-4E24-B869-FB503C9BD472}" destId="{9A29FD03-A618-4547-8B10-75421231BFB1}" srcOrd="0" destOrd="0" presId="urn:microsoft.com/office/officeart/2005/8/layout/cycle5"/>
    <dgm:cxn modelId="{375805EC-31D8-4556-882C-A2F07287B9B1}" type="presOf" srcId="{A36229F7-33F5-4252-ACA8-5AA9F4B92DFB}" destId="{B8B35815-10BF-4909-AE3B-AA13C07C0172}" srcOrd="0" destOrd="0" presId="urn:microsoft.com/office/officeart/2005/8/layout/cycle5"/>
    <dgm:cxn modelId="{9E6A93F0-F40F-4D16-AAD9-66A8929E841D}" type="presParOf" srcId="{38D585E0-3A6C-49B1-A2CE-5630FE0A122E}" destId="{31F9D65F-ACD9-4E7D-9E5E-F267441A37CA}" srcOrd="0" destOrd="0" presId="urn:microsoft.com/office/officeart/2005/8/layout/cycle5"/>
    <dgm:cxn modelId="{4916D0CA-3837-4143-A200-55CDE980AF70}" type="presParOf" srcId="{38D585E0-3A6C-49B1-A2CE-5630FE0A122E}" destId="{C9B48765-4F11-43E6-B343-D42AC74B66F6}" srcOrd="1" destOrd="0" presId="urn:microsoft.com/office/officeart/2005/8/layout/cycle5"/>
    <dgm:cxn modelId="{A1842B3A-F1AE-40B9-9F11-2541CF2D2280}" type="presParOf" srcId="{38D585E0-3A6C-49B1-A2CE-5630FE0A122E}" destId="{6DD47EE5-528A-4FB4-9EA0-55637B3B876B}" srcOrd="2" destOrd="0" presId="urn:microsoft.com/office/officeart/2005/8/layout/cycle5"/>
    <dgm:cxn modelId="{021E77EF-045A-43F5-938F-E03D40824618}" type="presParOf" srcId="{38D585E0-3A6C-49B1-A2CE-5630FE0A122E}" destId="{465E0989-CC81-4A8A-A344-FA408C0B3BEF}" srcOrd="3" destOrd="0" presId="urn:microsoft.com/office/officeart/2005/8/layout/cycle5"/>
    <dgm:cxn modelId="{ACCB12AF-E3B2-4F14-85F3-DFD86F16D762}" type="presParOf" srcId="{38D585E0-3A6C-49B1-A2CE-5630FE0A122E}" destId="{5CE8B698-6239-4D33-8A3A-46494A4D0B59}" srcOrd="4" destOrd="0" presId="urn:microsoft.com/office/officeart/2005/8/layout/cycle5"/>
    <dgm:cxn modelId="{B604E906-118A-41DC-9A9A-4A9CC9B81897}" type="presParOf" srcId="{38D585E0-3A6C-49B1-A2CE-5630FE0A122E}" destId="{97701721-73EA-4008-A792-F4727908B0AB}" srcOrd="5" destOrd="0" presId="urn:microsoft.com/office/officeart/2005/8/layout/cycle5"/>
    <dgm:cxn modelId="{9556BDFD-2E3C-4E1F-8276-3222ADE405A9}" type="presParOf" srcId="{38D585E0-3A6C-49B1-A2CE-5630FE0A122E}" destId="{9A29FD03-A618-4547-8B10-75421231BFB1}" srcOrd="6" destOrd="0" presId="urn:microsoft.com/office/officeart/2005/8/layout/cycle5"/>
    <dgm:cxn modelId="{5475FF90-D253-4E9B-BEA8-B5013CB763B7}" type="presParOf" srcId="{38D585E0-3A6C-49B1-A2CE-5630FE0A122E}" destId="{32472CB6-E600-4322-884B-D1D9C6906F5B}" srcOrd="7" destOrd="0" presId="urn:microsoft.com/office/officeart/2005/8/layout/cycle5"/>
    <dgm:cxn modelId="{008A7D49-7980-4347-96B8-3970ACC19D7E}" type="presParOf" srcId="{38D585E0-3A6C-49B1-A2CE-5630FE0A122E}" destId="{65DDA54A-A2FE-40F3-AD03-56E717A2728A}" srcOrd="8" destOrd="0" presId="urn:microsoft.com/office/officeart/2005/8/layout/cycle5"/>
    <dgm:cxn modelId="{2CE688E0-CCC4-4F62-A260-B1D8B9A1000D}" type="presParOf" srcId="{38D585E0-3A6C-49B1-A2CE-5630FE0A122E}" destId="{F7F503C2-C0E2-47CF-9371-B8C5D8E2B1E0}" srcOrd="9" destOrd="0" presId="urn:microsoft.com/office/officeart/2005/8/layout/cycle5"/>
    <dgm:cxn modelId="{C6C51E32-3659-494B-B612-4C2DACFDE899}" type="presParOf" srcId="{38D585E0-3A6C-49B1-A2CE-5630FE0A122E}" destId="{9E23A453-78BB-40E9-947D-032C3B32B1F7}" srcOrd="10" destOrd="0" presId="urn:microsoft.com/office/officeart/2005/8/layout/cycle5"/>
    <dgm:cxn modelId="{CA966360-B7FB-4C59-904E-520E8040B14A}" type="presParOf" srcId="{38D585E0-3A6C-49B1-A2CE-5630FE0A122E}" destId="{3B1F74DA-208E-4909-87EC-F75067DB2BCD}" srcOrd="11" destOrd="0" presId="urn:microsoft.com/office/officeart/2005/8/layout/cycle5"/>
    <dgm:cxn modelId="{DE5E9C66-9B92-4F93-B379-19FCBC4EC2B7}" type="presParOf" srcId="{38D585E0-3A6C-49B1-A2CE-5630FE0A122E}" destId="{B8B35815-10BF-4909-AE3B-AA13C07C0172}" srcOrd="12" destOrd="0" presId="urn:microsoft.com/office/officeart/2005/8/layout/cycle5"/>
    <dgm:cxn modelId="{0FC6A52F-36A2-4E01-8AA6-8FED11F9C548}" type="presParOf" srcId="{38D585E0-3A6C-49B1-A2CE-5630FE0A122E}" destId="{6105E010-FB66-4E45-BECA-142740A8BE1B}" srcOrd="13" destOrd="0" presId="urn:microsoft.com/office/officeart/2005/8/layout/cycle5"/>
    <dgm:cxn modelId="{B050CF29-BB43-478C-AD77-05691F98236D}" type="presParOf" srcId="{38D585E0-3A6C-49B1-A2CE-5630FE0A122E}" destId="{04D6503B-1A16-4B5B-9F0E-3F29B787B343}" srcOrd="14"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AB3134-791A-4519-865B-7B9448FBF0B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5CD6FB7D-EC39-4B63-9135-22D4397C1672}">
      <dgm:prSet phldrT="[Text]"/>
      <dgm:spPr/>
      <dgm:t>
        <a:bodyPr/>
        <a:lstStyle/>
        <a:p>
          <a:r>
            <a:rPr lang="en-US" dirty="0"/>
            <a:t>Bobby </a:t>
          </a:r>
          <a:r>
            <a:rPr lang="en-US" dirty="0" err="1"/>
            <a:t>Oberlechner</a:t>
          </a:r>
          <a:endParaRPr lang="en-US" dirty="0"/>
        </a:p>
      </dgm:t>
    </dgm:pt>
    <dgm:pt modelId="{3316DC07-4562-4424-96AE-9538D4BFB7BF}" type="parTrans" cxnId="{02EB7D34-BB85-4649-BB2D-8BB9F9DFB9D4}">
      <dgm:prSet/>
      <dgm:spPr/>
      <dgm:t>
        <a:bodyPr/>
        <a:lstStyle/>
        <a:p>
          <a:endParaRPr lang="en-US"/>
        </a:p>
      </dgm:t>
    </dgm:pt>
    <dgm:pt modelId="{FDEC721D-ADFF-4223-81D1-6025C361AB60}" type="sibTrans" cxnId="{02EB7D34-BB85-4649-BB2D-8BB9F9DFB9D4}">
      <dgm:prSet/>
      <dgm:spPr/>
      <dgm:t>
        <a:bodyPr/>
        <a:lstStyle/>
        <a:p>
          <a:endParaRPr lang="en-US"/>
        </a:p>
      </dgm:t>
    </dgm:pt>
    <dgm:pt modelId="{63B57183-0214-4475-B778-5D6A17ACEBDC}">
      <dgm:prSet phldrT="[Text]"/>
      <dgm:spPr/>
      <dgm:t>
        <a:bodyPr/>
        <a:lstStyle/>
        <a:p>
          <a:r>
            <a:rPr lang="en-US" dirty="0"/>
            <a:t>Maritime Safety </a:t>
          </a:r>
        </a:p>
      </dgm:t>
    </dgm:pt>
    <dgm:pt modelId="{10F5AF99-F24E-4AED-BAAA-69485C3BC4D4}" type="parTrans" cxnId="{06D772B0-11F7-49FB-A658-E09342F8A948}">
      <dgm:prSet/>
      <dgm:spPr/>
      <dgm:t>
        <a:bodyPr/>
        <a:lstStyle/>
        <a:p>
          <a:endParaRPr lang="en-US"/>
        </a:p>
      </dgm:t>
    </dgm:pt>
    <dgm:pt modelId="{53E187C8-2154-413B-A4F4-05044B3F4985}" type="sibTrans" cxnId="{06D772B0-11F7-49FB-A658-E09342F8A948}">
      <dgm:prSet/>
      <dgm:spPr/>
      <dgm:t>
        <a:bodyPr/>
        <a:lstStyle/>
        <a:p>
          <a:endParaRPr lang="en-US"/>
        </a:p>
      </dgm:t>
    </dgm:pt>
    <dgm:pt modelId="{D3A390CF-AA9A-4771-8236-F9E2A5B8A912}">
      <dgm:prSet phldrT="[Text]"/>
      <dgm:spPr/>
      <dgm:t>
        <a:bodyPr/>
        <a:lstStyle/>
        <a:p>
          <a:r>
            <a:rPr lang="en-US" dirty="0"/>
            <a:t>Wrote two Courses</a:t>
          </a:r>
        </a:p>
      </dgm:t>
    </dgm:pt>
    <dgm:pt modelId="{FDD72031-B13A-4851-BCE6-E60558C7277D}" type="parTrans" cxnId="{E6894601-6D34-4CCB-B06A-40BC6FCF003A}">
      <dgm:prSet/>
      <dgm:spPr/>
      <dgm:t>
        <a:bodyPr/>
        <a:lstStyle/>
        <a:p>
          <a:endParaRPr lang="en-US"/>
        </a:p>
      </dgm:t>
    </dgm:pt>
    <dgm:pt modelId="{44DAC1F2-0F77-452F-9E65-C97322803C32}" type="sibTrans" cxnId="{E6894601-6D34-4CCB-B06A-40BC6FCF003A}">
      <dgm:prSet/>
      <dgm:spPr/>
      <dgm:t>
        <a:bodyPr/>
        <a:lstStyle/>
        <a:p>
          <a:endParaRPr lang="en-US"/>
        </a:p>
      </dgm:t>
    </dgm:pt>
    <dgm:pt modelId="{494C9F14-44EE-4B17-8D62-D461627A97F1}">
      <dgm:prSet phldrT="[Text]"/>
      <dgm:spPr/>
      <dgm:t>
        <a:bodyPr/>
        <a:lstStyle/>
        <a:p>
          <a:r>
            <a:rPr lang="en-US" dirty="0"/>
            <a:t>Dr. John Penton</a:t>
          </a:r>
        </a:p>
      </dgm:t>
    </dgm:pt>
    <dgm:pt modelId="{76E1C85A-B9C7-4698-A7E9-1C05BCD08F02}" type="parTrans" cxnId="{30F8D10E-46D7-4354-B375-F2559BD5206C}">
      <dgm:prSet/>
      <dgm:spPr/>
      <dgm:t>
        <a:bodyPr/>
        <a:lstStyle/>
        <a:p>
          <a:endParaRPr lang="en-US"/>
        </a:p>
      </dgm:t>
    </dgm:pt>
    <dgm:pt modelId="{277F1035-46B5-4982-8963-8996DC7D8238}" type="sibTrans" cxnId="{30F8D10E-46D7-4354-B375-F2559BD5206C}">
      <dgm:prSet/>
      <dgm:spPr/>
      <dgm:t>
        <a:bodyPr/>
        <a:lstStyle/>
        <a:p>
          <a:endParaRPr lang="en-US"/>
        </a:p>
      </dgm:t>
    </dgm:pt>
    <dgm:pt modelId="{AC51B485-541F-4C75-8EB2-2556CAE8A1A0}">
      <dgm:prSet phldrT="[Text]"/>
      <dgm:spPr/>
      <dgm:t>
        <a:bodyPr/>
        <a:lstStyle/>
        <a:p>
          <a:r>
            <a:rPr lang="en-US" dirty="0"/>
            <a:t>Masters of Law in Ocean and Coastal Law</a:t>
          </a:r>
        </a:p>
      </dgm:t>
    </dgm:pt>
    <dgm:pt modelId="{0A2352C3-899F-46A6-AB96-9D953D04DBE4}" type="parTrans" cxnId="{746285AD-977E-4894-B447-85FC7E002FF3}">
      <dgm:prSet/>
      <dgm:spPr/>
      <dgm:t>
        <a:bodyPr/>
        <a:lstStyle/>
        <a:p>
          <a:endParaRPr lang="en-US"/>
        </a:p>
      </dgm:t>
    </dgm:pt>
    <dgm:pt modelId="{3DF157E4-F828-4AE8-81E4-5879A26F8D71}" type="sibTrans" cxnId="{746285AD-977E-4894-B447-85FC7E002FF3}">
      <dgm:prSet/>
      <dgm:spPr/>
      <dgm:t>
        <a:bodyPr/>
        <a:lstStyle/>
        <a:p>
          <a:endParaRPr lang="en-US"/>
        </a:p>
      </dgm:t>
    </dgm:pt>
    <dgm:pt modelId="{53609BE8-8C73-467F-BCE4-A86F1AE0E464}">
      <dgm:prSet phldrT="[Text]"/>
      <dgm:spPr/>
      <dgm:t>
        <a:bodyPr/>
        <a:lstStyle/>
        <a:p>
          <a:r>
            <a:rPr lang="en-US" dirty="0"/>
            <a:t>PhD Oceanography &amp; Coastal Sciences</a:t>
          </a:r>
        </a:p>
      </dgm:t>
    </dgm:pt>
    <dgm:pt modelId="{21721973-6088-454D-A846-37B3491DAACF}" type="parTrans" cxnId="{3B52714A-F74E-412A-8E12-DE2137E2FEF7}">
      <dgm:prSet/>
      <dgm:spPr/>
      <dgm:t>
        <a:bodyPr/>
        <a:lstStyle/>
        <a:p>
          <a:endParaRPr lang="en-US"/>
        </a:p>
      </dgm:t>
    </dgm:pt>
    <dgm:pt modelId="{9FC270A0-9B50-425D-961A-BBD6E25408ED}" type="sibTrans" cxnId="{3B52714A-F74E-412A-8E12-DE2137E2FEF7}">
      <dgm:prSet/>
      <dgm:spPr/>
      <dgm:t>
        <a:bodyPr/>
        <a:lstStyle/>
        <a:p>
          <a:endParaRPr lang="en-US"/>
        </a:p>
      </dgm:t>
    </dgm:pt>
    <dgm:pt modelId="{D1D4A757-8AF3-4316-AF00-67690E10A7CF}">
      <dgm:prSet phldrT="[Text]"/>
      <dgm:spPr/>
      <dgm:t>
        <a:bodyPr/>
        <a:lstStyle/>
        <a:p>
          <a:r>
            <a:rPr lang="en-US" dirty="0"/>
            <a:t>Dr. Dennis Whitson</a:t>
          </a:r>
        </a:p>
      </dgm:t>
    </dgm:pt>
    <dgm:pt modelId="{52168748-856C-42A7-8CD2-EC136A458D78}" type="parTrans" cxnId="{C7DFD8D4-AC37-4C39-AEE5-875770F1852C}">
      <dgm:prSet/>
      <dgm:spPr/>
      <dgm:t>
        <a:bodyPr/>
        <a:lstStyle/>
        <a:p>
          <a:endParaRPr lang="en-US"/>
        </a:p>
      </dgm:t>
    </dgm:pt>
    <dgm:pt modelId="{0910CFD0-A2FE-41B3-899C-E28A9D18FAC4}" type="sibTrans" cxnId="{C7DFD8D4-AC37-4C39-AEE5-875770F1852C}">
      <dgm:prSet/>
      <dgm:spPr/>
      <dgm:t>
        <a:bodyPr/>
        <a:lstStyle/>
        <a:p>
          <a:endParaRPr lang="en-US"/>
        </a:p>
      </dgm:t>
    </dgm:pt>
    <dgm:pt modelId="{CA60F51C-E6BB-4D1F-8378-05CA70760A3F}">
      <dgm:prSet phldrT="[Text]"/>
      <dgm:spPr/>
      <dgm:t>
        <a:bodyPr/>
        <a:lstStyle/>
        <a:p>
          <a:r>
            <a:rPr lang="en-US" dirty="0"/>
            <a:t>Navy Experience</a:t>
          </a:r>
        </a:p>
      </dgm:t>
    </dgm:pt>
    <dgm:pt modelId="{AEB2FA41-96FF-4912-81B4-88A94A55F091}" type="parTrans" cxnId="{EE08B6BA-D8F6-4EE4-8D3C-07FEB9CA37D7}">
      <dgm:prSet/>
      <dgm:spPr/>
      <dgm:t>
        <a:bodyPr/>
        <a:lstStyle/>
        <a:p>
          <a:endParaRPr lang="en-US"/>
        </a:p>
      </dgm:t>
    </dgm:pt>
    <dgm:pt modelId="{AE22A321-75E2-4A6B-A4B6-EA6DCF02BC46}" type="sibTrans" cxnId="{EE08B6BA-D8F6-4EE4-8D3C-07FEB9CA37D7}">
      <dgm:prSet/>
      <dgm:spPr/>
      <dgm:t>
        <a:bodyPr/>
        <a:lstStyle/>
        <a:p>
          <a:endParaRPr lang="en-US"/>
        </a:p>
      </dgm:t>
    </dgm:pt>
    <dgm:pt modelId="{F0FF63E0-7089-4714-A6D3-3C90872DB961}" type="pres">
      <dgm:prSet presAssocID="{CCAB3134-791A-4519-865B-7B9448FBF0BA}" presName="Name0" presStyleCnt="0">
        <dgm:presLayoutVars>
          <dgm:dir/>
          <dgm:animLvl val="lvl"/>
          <dgm:resizeHandles val="exact"/>
        </dgm:presLayoutVars>
      </dgm:prSet>
      <dgm:spPr/>
    </dgm:pt>
    <dgm:pt modelId="{9719F6D5-DA5D-49F0-88E5-52B43A2C11A2}" type="pres">
      <dgm:prSet presAssocID="{5CD6FB7D-EC39-4B63-9135-22D4397C1672}" presName="composite" presStyleCnt="0"/>
      <dgm:spPr/>
    </dgm:pt>
    <dgm:pt modelId="{40CBCDF4-B62E-472E-BABA-205D95735E83}" type="pres">
      <dgm:prSet presAssocID="{5CD6FB7D-EC39-4B63-9135-22D4397C1672}" presName="parTx" presStyleLbl="alignNode1" presStyleIdx="0" presStyleCnt="3">
        <dgm:presLayoutVars>
          <dgm:chMax val="0"/>
          <dgm:chPref val="0"/>
          <dgm:bulletEnabled val="1"/>
        </dgm:presLayoutVars>
      </dgm:prSet>
      <dgm:spPr/>
    </dgm:pt>
    <dgm:pt modelId="{5DEB256A-1A0F-4AA3-9AF0-3866EBAE4AB3}" type="pres">
      <dgm:prSet presAssocID="{5CD6FB7D-EC39-4B63-9135-22D4397C1672}" presName="desTx" presStyleLbl="alignAccFollowNode1" presStyleIdx="0" presStyleCnt="3">
        <dgm:presLayoutVars>
          <dgm:bulletEnabled val="1"/>
        </dgm:presLayoutVars>
      </dgm:prSet>
      <dgm:spPr/>
    </dgm:pt>
    <dgm:pt modelId="{ECD26F24-7C35-44DE-BABC-99D81ED7568B}" type="pres">
      <dgm:prSet presAssocID="{FDEC721D-ADFF-4223-81D1-6025C361AB60}" presName="space" presStyleCnt="0"/>
      <dgm:spPr/>
    </dgm:pt>
    <dgm:pt modelId="{65B37D2C-4DCF-4820-8B53-4B78E2F03227}" type="pres">
      <dgm:prSet presAssocID="{494C9F14-44EE-4B17-8D62-D461627A97F1}" presName="composite" presStyleCnt="0"/>
      <dgm:spPr/>
    </dgm:pt>
    <dgm:pt modelId="{A5384D68-96A8-44E1-B52A-E32CAB1C2E91}" type="pres">
      <dgm:prSet presAssocID="{494C9F14-44EE-4B17-8D62-D461627A97F1}" presName="parTx" presStyleLbl="alignNode1" presStyleIdx="1" presStyleCnt="3">
        <dgm:presLayoutVars>
          <dgm:chMax val="0"/>
          <dgm:chPref val="0"/>
          <dgm:bulletEnabled val="1"/>
        </dgm:presLayoutVars>
      </dgm:prSet>
      <dgm:spPr/>
    </dgm:pt>
    <dgm:pt modelId="{3B45EC81-8AEB-4FA2-B830-22EC33C9129A}" type="pres">
      <dgm:prSet presAssocID="{494C9F14-44EE-4B17-8D62-D461627A97F1}" presName="desTx" presStyleLbl="alignAccFollowNode1" presStyleIdx="1" presStyleCnt="3">
        <dgm:presLayoutVars>
          <dgm:bulletEnabled val="1"/>
        </dgm:presLayoutVars>
      </dgm:prSet>
      <dgm:spPr/>
    </dgm:pt>
    <dgm:pt modelId="{1686549A-75ED-4406-8318-88E158FE666A}" type="pres">
      <dgm:prSet presAssocID="{277F1035-46B5-4982-8963-8996DC7D8238}" presName="space" presStyleCnt="0"/>
      <dgm:spPr/>
    </dgm:pt>
    <dgm:pt modelId="{0771B4B5-7E9C-4F0E-9EE2-E9C655D4EC8C}" type="pres">
      <dgm:prSet presAssocID="{D1D4A757-8AF3-4316-AF00-67690E10A7CF}" presName="composite" presStyleCnt="0"/>
      <dgm:spPr/>
    </dgm:pt>
    <dgm:pt modelId="{AB6E1C7D-47BB-406D-B8B1-BF262966FB40}" type="pres">
      <dgm:prSet presAssocID="{D1D4A757-8AF3-4316-AF00-67690E10A7CF}" presName="parTx" presStyleLbl="alignNode1" presStyleIdx="2" presStyleCnt="3">
        <dgm:presLayoutVars>
          <dgm:chMax val="0"/>
          <dgm:chPref val="0"/>
          <dgm:bulletEnabled val="1"/>
        </dgm:presLayoutVars>
      </dgm:prSet>
      <dgm:spPr/>
    </dgm:pt>
    <dgm:pt modelId="{63D5C243-6107-46A9-8800-C202DC6854C0}" type="pres">
      <dgm:prSet presAssocID="{D1D4A757-8AF3-4316-AF00-67690E10A7CF}" presName="desTx" presStyleLbl="alignAccFollowNode1" presStyleIdx="2" presStyleCnt="3">
        <dgm:presLayoutVars>
          <dgm:bulletEnabled val="1"/>
        </dgm:presLayoutVars>
      </dgm:prSet>
      <dgm:spPr/>
    </dgm:pt>
  </dgm:ptLst>
  <dgm:cxnLst>
    <dgm:cxn modelId="{E6894601-6D34-4CCB-B06A-40BC6FCF003A}" srcId="{5CD6FB7D-EC39-4B63-9135-22D4397C1672}" destId="{D3A390CF-AA9A-4771-8236-F9E2A5B8A912}" srcOrd="1" destOrd="0" parTransId="{FDD72031-B13A-4851-BCE6-E60558C7277D}" sibTransId="{44DAC1F2-0F77-452F-9E65-C97322803C32}"/>
    <dgm:cxn modelId="{30F8D10E-46D7-4354-B375-F2559BD5206C}" srcId="{CCAB3134-791A-4519-865B-7B9448FBF0BA}" destId="{494C9F14-44EE-4B17-8D62-D461627A97F1}" srcOrd="1" destOrd="0" parTransId="{76E1C85A-B9C7-4698-A7E9-1C05BCD08F02}" sibTransId="{277F1035-46B5-4982-8963-8996DC7D8238}"/>
    <dgm:cxn modelId="{B7F81124-6B30-418D-867D-B85EA63A732A}" type="presOf" srcId="{D3A390CF-AA9A-4771-8236-F9E2A5B8A912}" destId="{5DEB256A-1A0F-4AA3-9AF0-3866EBAE4AB3}" srcOrd="0" destOrd="1" presId="urn:microsoft.com/office/officeart/2005/8/layout/hList1"/>
    <dgm:cxn modelId="{34E18124-073F-4D0D-A79E-BD9A9F4A9593}" type="presOf" srcId="{CA60F51C-E6BB-4D1F-8378-05CA70760A3F}" destId="{63D5C243-6107-46A9-8800-C202DC6854C0}" srcOrd="0" destOrd="0" presId="urn:microsoft.com/office/officeart/2005/8/layout/hList1"/>
    <dgm:cxn modelId="{02EB7D34-BB85-4649-BB2D-8BB9F9DFB9D4}" srcId="{CCAB3134-791A-4519-865B-7B9448FBF0BA}" destId="{5CD6FB7D-EC39-4B63-9135-22D4397C1672}" srcOrd="0" destOrd="0" parTransId="{3316DC07-4562-4424-96AE-9538D4BFB7BF}" sibTransId="{FDEC721D-ADFF-4223-81D1-6025C361AB60}"/>
    <dgm:cxn modelId="{3B52714A-F74E-412A-8E12-DE2137E2FEF7}" srcId="{494C9F14-44EE-4B17-8D62-D461627A97F1}" destId="{53609BE8-8C73-467F-BCE4-A86F1AE0E464}" srcOrd="1" destOrd="0" parTransId="{21721973-6088-454D-A846-37B3491DAACF}" sibTransId="{9FC270A0-9B50-425D-961A-BBD6E25408ED}"/>
    <dgm:cxn modelId="{2F868259-8141-4FB2-B632-8359980FA6D5}" type="presOf" srcId="{63B57183-0214-4475-B778-5D6A17ACEBDC}" destId="{5DEB256A-1A0F-4AA3-9AF0-3866EBAE4AB3}" srcOrd="0" destOrd="0" presId="urn:microsoft.com/office/officeart/2005/8/layout/hList1"/>
    <dgm:cxn modelId="{C62EBDA7-1191-4D70-9E08-4CD692790ED4}" type="presOf" srcId="{CCAB3134-791A-4519-865B-7B9448FBF0BA}" destId="{F0FF63E0-7089-4714-A6D3-3C90872DB961}" srcOrd="0" destOrd="0" presId="urn:microsoft.com/office/officeart/2005/8/layout/hList1"/>
    <dgm:cxn modelId="{746285AD-977E-4894-B447-85FC7E002FF3}" srcId="{494C9F14-44EE-4B17-8D62-D461627A97F1}" destId="{AC51B485-541F-4C75-8EB2-2556CAE8A1A0}" srcOrd="0" destOrd="0" parTransId="{0A2352C3-899F-46A6-AB96-9D953D04DBE4}" sibTransId="{3DF157E4-F828-4AE8-81E4-5879A26F8D71}"/>
    <dgm:cxn modelId="{06D772B0-11F7-49FB-A658-E09342F8A948}" srcId="{5CD6FB7D-EC39-4B63-9135-22D4397C1672}" destId="{63B57183-0214-4475-B778-5D6A17ACEBDC}" srcOrd="0" destOrd="0" parTransId="{10F5AF99-F24E-4AED-BAAA-69485C3BC4D4}" sibTransId="{53E187C8-2154-413B-A4F4-05044B3F4985}"/>
    <dgm:cxn modelId="{EE08B6BA-D8F6-4EE4-8D3C-07FEB9CA37D7}" srcId="{D1D4A757-8AF3-4316-AF00-67690E10A7CF}" destId="{CA60F51C-E6BB-4D1F-8378-05CA70760A3F}" srcOrd="0" destOrd="0" parTransId="{AEB2FA41-96FF-4912-81B4-88A94A55F091}" sibTransId="{AE22A321-75E2-4A6B-A4B6-EA6DCF02BC46}"/>
    <dgm:cxn modelId="{AE010DC6-0564-47A7-96F8-BB3E74CA6CB0}" type="presOf" srcId="{5CD6FB7D-EC39-4B63-9135-22D4397C1672}" destId="{40CBCDF4-B62E-472E-BABA-205D95735E83}" srcOrd="0" destOrd="0" presId="urn:microsoft.com/office/officeart/2005/8/layout/hList1"/>
    <dgm:cxn modelId="{A21F0BCD-02E4-48B7-ADA1-AA16C1867AC5}" type="presOf" srcId="{53609BE8-8C73-467F-BCE4-A86F1AE0E464}" destId="{3B45EC81-8AEB-4FA2-B830-22EC33C9129A}" srcOrd="0" destOrd="1" presId="urn:microsoft.com/office/officeart/2005/8/layout/hList1"/>
    <dgm:cxn modelId="{C7DFD8D4-AC37-4C39-AEE5-875770F1852C}" srcId="{CCAB3134-791A-4519-865B-7B9448FBF0BA}" destId="{D1D4A757-8AF3-4316-AF00-67690E10A7CF}" srcOrd="2" destOrd="0" parTransId="{52168748-856C-42A7-8CD2-EC136A458D78}" sibTransId="{0910CFD0-A2FE-41B3-899C-E28A9D18FAC4}"/>
    <dgm:cxn modelId="{49FE9EDE-7DAB-4BA3-B937-7EA192DD2B12}" type="presOf" srcId="{AC51B485-541F-4C75-8EB2-2556CAE8A1A0}" destId="{3B45EC81-8AEB-4FA2-B830-22EC33C9129A}" srcOrd="0" destOrd="0" presId="urn:microsoft.com/office/officeart/2005/8/layout/hList1"/>
    <dgm:cxn modelId="{C8B1BAE9-CC31-4C87-A89F-08F0BE6DC4F5}" type="presOf" srcId="{494C9F14-44EE-4B17-8D62-D461627A97F1}" destId="{A5384D68-96A8-44E1-B52A-E32CAB1C2E91}" srcOrd="0" destOrd="0" presId="urn:microsoft.com/office/officeart/2005/8/layout/hList1"/>
    <dgm:cxn modelId="{C5373EEA-811C-426D-9819-CDE6BF371480}" type="presOf" srcId="{D1D4A757-8AF3-4316-AF00-67690E10A7CF}" destId="{AB6E1C7D-47BB-406D-B8B1-BF262966FB40}" srcOrd="0" destOrd="0" presId="urn:microsoft.com/office/officeart/2005/8/layout/hList1"/>
    <dgm:cxn modelId="{F512A201-8FE0-4D99-99D0-1A8E03BD7A56}" type="presParOf" srcId="{F0FF63E0-7089-4714-A6D3-3C90872DB961}" destId="{9719F6D5-DA5D-49F0-88E5-52B43A2C11A2}" srcOrd="0" destOrd="0" presId="urn:microsoft.com/office/officeart/2005/8/layout/hList1"/>
    <dgm:cxn modelId="{3AEF7FB9-69ED-4BBC-9F40-01FE394F1E93}" type="presParOf" srcId="{9719F6D5-DA5D-49F0-88E5-52B43A2C11A2}" destId="{40CBCDF4-B62E-472E-BABA-205D95735E83}" srcOrd="0" destOrd="0" presId="urn:microsoft.com/office/officeart/2005/8/layout/hList1"/>
    <dgm:cxn modelId="{905B6DDF-C653-4DE6-B92B-0556CCB7EDD2}" type="presParOf" srcId="{9719F6D5-DA5D-49F0-88E5-52B43A2C11A2}" destId="{5DEB256A-1A0F-4AA3-9AF0-3866EBAE4AB3}" srcOrd="1" destOrd="0" presId="urn:microsoft.com/office/officeart/2005/8/layout/hList1"/>
    <dgm:cxn modelId="{ABE364C0-45B7-43E3-A6F2-7BE018FB49DB}" type="presParOf" srcId="{F0FF63E0-7089-4714-A6D3-3C90872DB961}" destId="{ECD26F24-7C35-44DE-BABC-99D81ED7568B}" srcOrd="1" destOrd="0" presId="urn:microsoft.com/office/officeart/2005/8/layout/hList1"/>
    <dgm:cxn modelId="{1EDB71DA-6886-4A47-A0A7-BE9958105213}" type="presParOf" srcId="{F0FF63E0-7089-4714-A6D3-3C90872DB961}" destId="{65B37D2C-4DCF-4820-8B53-4B78E2F03227}" srcOrd="2" destOrd="0" presId="urn:microsoft.com/office/officeart/2005/8/layout/hList1"/>
    <dgm:cxn modelId="{C2CC38F8-981A-44C4-BCAE-2A3EFF056C5A}" type="presParOf" srcId="{65B37D2C-4DCF-4820-8B53-4B78E2F03227}" destId="{A5384D68-96A8-44E1-B52A-E32CAB1C2E91}" srcOrd="0" destOrd="0" presId="urn:microsoft.com/office/officeart/2005/8/layout/hList1"/>
    <dgm:cxn modelId="{727595BA-F523-4E74-83A3-489161F33BDA}" type="presParOf" srcId="{65B37D2C-4DCF-4820-8B53-4B78E2F03227}" destId="{3B45EC81-8AEB-4FA2-B830-22EC33C9129A}" srcOrd="1" destOrd="0" presId="urn:microsoft.com/office/officeart/2005/8/layout/hList1"/>
    <dgm:cxn modelId="{C67DDD0D-1249-46D3-899A-7315B6A78E32}" type="presParOf" srcId="{F0FF63E0-7089-4714-A6D3-3C90872DB961}" destId="{1686549A-75ED-4406-8318-88E158FE666A}" srcOrd="3" destOrd="0" presId="urn:microsoft.com/office/officeart/2005/8/layout/hList1"/>
    <dgm:cxn modelId="{7B79EABB-8B9A-46AB-9EED-3A30FCE08037}" type="presParOf" srcId="{F0FF63E0-7089-4714-A6D3-3C90872DB961}" destId="{0771B4B5-7E9C-4F0E-9EE2-E9C655D4EC8C}" srcOrd="4" destOrd="0" presId="urn:microsoft.com/office/officeart/2005/8/layout/hList1"/>
    <dgm:cxn modelId="{C36066CA-17B7-4E3E-B514-6C792E876091}" type="presParOf" srcId="{0771B4B5-7E9C-4F0E-9EE2-E9C655D4EC8C}" destId="{AB6E1C7D-47BB-406D-B8B1-BF262966FB40}" srcOrd="0" destOrd="0" presId="urn:microsoft.com/office/officeart/2005/8/layout/hList1"/>
    <dgm:cxn modelId="{9A34A6BA-797D-4B71-AF08-11054FEF2376}" type="presParOf" srcId="{0771B4B5-7E9C-4F0E-9EE2-E9C655D4EC8C}" destId="{63D5C243-6107-46A9-8800-C202DC6854C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8B1A5F-6F66-4A24-BFC1-26529A9D3D64}">
      <dsp:nvSpPr>
        <dsp:cNvPr id="0" name=""/>
        <dsp:cNvSpPr/>
      </dsp:nvSpPr>
      <dsp:spPr>
        <a:xfrm>
          <a:off x="916483" y="1984"/>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Dock Worker</a:t>
          </a:r>
        </a:p>
      </dsp:txBody>
      <dsp:txXfrm>
        <a:off x="916483" y="1984"/>
        <a:ext cx="2030015" cy="1218009"/>
      </dsp:txXfrm>
    </dsp:sp>
    <dsp:sp modelId="{01E1E674-59FF-4321-B28C-74EDB71CECE3}">
      <dsp:nvSpPr>
        <dsp:cNvPr id="0" name=""/>
        <dsp:cNvSpPr/>
      </dsp:nvSpPr>
      <dsp:spPr>
        <a:xfrm>
          <a:off x="3149500" y="1984"/>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Ship workers</a:t>
          </a:r>
        </a:p>
      </dsp:txBody>
      <dsp:txXfrm>
        <a:off x="3149500" y="1984"/>
        <a:ext cx="2030015" cy="1218009"/>
      </dsp:txXfrm>
    </dsp:sp>
    <dsp:sp modelId="{0E71B9B1-3558-4413-9ADB-2C5129B7B75A}">
      <dsp:nvSpPr>
        <dsp:cNvPr id="0" name=""/>
        <dsp:cNvSpPr/>
      </dsp:nvSpPr>
      <dsp:spPr>
        <a:xfrm>
          <a:off x="916483" y="1422995"/>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Cruise Employees</a:t>
          </a:r>
        </a:p>
      </dsp:txBody>
      <dsp:txXfrm>
        <a:off x="916483" y="1422995"/>
        <a:ext cx="2030015" cy="1218009"/>
      </dsp:txXfrm>
    </dsp:sp>
    <dsp:sp modelId="{51B10B83-ED4C-4CE4-9E9F-29158D82416E}">
      <dsp:nvSpPr>
        <dsp:cNvPr id="0" name=""/>
        <dsp:cNvSpPr/>
      </dsp:nvSpPr>
      <dsp:spPr>
        <a:xfrm>
          <a:off x="3149500" y="1422995"/>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Active Military</a:t>
          </a:r>
        </a:p>
      </dsp:txBody>
      <dsp:txXfrm>
        <a:off x="3149500" y="1422995"/>
        <a:ext cx="2030015" cy="1218009"/>
      </dsp:txXfrm>
    </dsp:sp>
    <dsp:sp modelId="{CE5B8F95-8265-4E73-A7DD-A2F0222CFF93}">
      <dsp:nvSpPr>
        <dsp:cNvPr id="0" name=""/>
        <dsp:cNvSpPr/>
      </dsp:nvSpPr>
      <dsp:spPr>
        <a:xfrm>
          <a:off x="2032992" y="2844006"/>
          <a:ext cx="2030015" cy="12180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Ship Construction Workers</a:t>
          </a:r>
        </a:p>
      </dsp:txBody>
      <dsp:txXfrm>
        <a:off x="2032992" y="2844006"/>
        <a:ext cx="2030015" cy="12180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F9D65F-ACD9-4E7D-9E5E-F267441A37CA}">
      <dsp:nvSpPr>
        <dsp:cNvPr id="0" name=""/>
        <dsp:cNvSpPr/>
      </dsp:nvSpPr>
      <dsp:spPr>
        <a:xfrm>
          <a:off x="2380505" y="2370"/>
          <a:ext cx="1334988" cy="86774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Targeted Career options</a:t>
          </a:r>
        </a:p>
      </dsp:txBody>
      <dsp:txXfrm>
        <a:off x="2422865" y="44730"/>
        <a:ext cx="1250268" cy="783022"/>
      </dsp:txXfrm>
    </dsp:sp>
    <dsp:sp modelId="{6DD47EE5-528A-4FB4-9EA0-55637B3B876B}">
      <dsp:nvSpPr>
        <dsp:cNvPr id="0" name=""/>
        <dsp:cNvSpPr/>
      </dsp:nvSpPr>
      <dsp:spPr>
        <a:xfrm>
          <a:off x="1315405" y="436241"/>
          <a:ext cx="3465188" cy="3465188"/>
        </a:xfrm>
        <a:custGeom>
          <a:avLst/>
          <a:gdLst/>
          <a:ahLst/>
          <a:cxnLst/>
          <a:rect l="0" t="0" r="0" b="0"/>
          <a:pathLst>
            <a:path>
              <a:moveTo>
                <a:pt x="2578672" y="220630"/>
              </a:moveTo>
              <a:arcTo wR="1732594" hR="1732594" stAng="17953853" swAng="1210876"/>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465E0989-CC81-4A8A-A344-FA408C0B3BEF}">
      <dsp:nvSpPr>
        <dsp:cNvPr id="0" name=""/>
        <dsp:cNvSpPr/>
      </dsp:nvSpPr>
      <dsp:spPr>
        <a:xfrm>
          <a:off x="4028301" y="1199563"/>
          <a:ext cx="1334988" cy="86774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Trendsetting Expertise curriculum</a:t>
          </a:r>
        </a:p>
      </dsp:txBody>
      <dsp:txXfrm>
        <a:off x="4070661" y="1241923"/>
        <a:ext cx="1250268" cy="783022"/>
      </dsp:txXfrm>
    </dsp:sp>
    <dsp:sp modelId="{97701721-73EA-4008-A792-F4727908B0AB}">
      <dsp:nvSpPr>
        <dsp:cNvPr id="0" name=""/>
        <dsp:cNvSpPr/>
      </dsp:nvSpPr>
      <dsp:spPr>
        <a:xfrm>
          <a:off x="1315405" y="436241"/>
          <a:ext cx="3465188" cy="3465188"/>
        </a:xfrm>
        <a:custGeom>
          <a:avLst/>
          <a:gdLst/>
          <a:ahLst/>
          <a:cxnLst/>
          <a:rect l="0" t="0" r="0" b="0"/>
          <a:pathLst>
            <a:path>
              <a:moveTo>
                <a:pt x="3461025" y="1852639"/>
              </a:moveTo>
              <a:arcTo wR="1732594" hR="1732594" stAng="21838381" swAng="1359213"/>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9A29FD03-A618-4547-8B10-75421231BFB1}">
      <dsp:nvSpPr>
        <dsp:cNvPr id="0" name=""/>
        <dsp:cNvSpPr/>
      </dsp:nvSpPr>
      <dsp:spPr>
        <a:xfrm>
          <a:off x="3398899" y="3136663"/>
          <a:ext cx="1334988" cy="86774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Different Student Population</a:t>
          </a:r>
        </a:p>
      </dsp:txBody>
      <dsp:txXfrm>
        <a:off x="3441259" y="3179023"/>
        <a:ext cx="1250268" cy="783022"/>
      </dsp:txXfrm>
    </dsp:sp>
    <dsp:sp modelId="{65DDA54A-A2FE-40F3-AD03-56E717A2728A}">
      <dsp:nvSpPr>
        <dsp:cNvPr id="0" name=""/>
        <dsp:cNvSpPr/>
      </dsp:nvSpPr>
      <dsp:spPr>
        <a:xfrm>
          <a:off x="1315405" y="436241"/>
          <a:ext cx="3465188" cy="3465188"/>
        </a:xfrm>
        <a:custGeom>
          <a:avLst/>
          <a:gdLst/>
          <a:ahLst/>
          <a:cxnLst/>
          <a:rect l="0" t="0" r="0" b="0"/>
          <a:pathLst>
            <a:path>
              <a:moveTo>
                <a:pt x="1945042" y="3452114"/>
              </a:moveTo>
              <a:arcTo wR="1732594" hR="1732594" stAng="4977406" swAng="845189"/>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F7F503C2-C0E2-47CF-9371-B8C5D8E2B1E0}">
      <dsp:nvSpPr>
        <dsp:cNvPr id="0" name=""/>
        <dsp:cNvSpPr/>
      </dsp:nvSpPr>
      <dsp:spPr>
        <a:xfrm>
          <a:off x="1362112" y="3136663"/>
          <a:ext cx="1334988" cy="86774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Maritime Work is trending  upwards</a:t>
          </a:r>
        </a:p>
      </dsp:txBody>
      <dsp:txXfrm>
        <a:off x="1404472" y="3179023"/>
        <a:ext cx="1250268" cy="783022"/>
      </dsp:txXfrm>
    </dsp:sp>
    <dsp:sp modelId="{3B1F74DA-208E-4909-87EC-F75067DB2BCD}">
      <dsp:nvSpPr>
        <dsp:cNvPr id="0" name=""/>
        <dsp:cNvSpPr/>
      </dsp:nvSpPr>
      <dsp:spPr>
        <a:xfrm>
          <a:off x="1315405" y="436241"/>
          <a:ext cx="3465188" cy="3465188"/>
        </a:xfrm>
        <a:custGeom>
          <a:avLst/>
          <a:gdLst/>
          <a:ahLst/>
          <a:cxnLst/>
          <a:rect l="0" t="0" r="0" b="0"/>
          <a:pathLst>
            <a:path>
              <a:moveTo>
                <a:pt x="183747" y="2509097"/>
              </a:moveTo>
              <a:arcTo wR="1732594" hR="1732594" stAng="9202406" swAng="1359213"/>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B8B35815-10BF-4909-AE3B-AA13C07C0172}">
      <dsp:nvSpPr>
        <dsp:cNvPr id="0" name=""/>
        <dsp:cNvSpPr/>
      </dsp:nvSpPr>
      <dsp:spPr>
        <a:xfrm>
          <a:off x="732710" y="1199563"/>
          <a:ext cx="1334988" cy="86774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Recognition and expansion of safety knowledge within the industry</a:t>
          </a:r>
        </a:p>
      </dsp:txBody>
      <dsp:txXfrm>
        <a:off x="775070" y="1241923"/>
        <a:ext cx="1250268" cy="783022"/>
      </dsp:txXfrm>
    </dsp:sp>
    <dsp:sp modelId="{04D6503B-1A16-4B5B-9F0E-3F29B787B343}">
      <dsp:nvSpPr>
        <dsp:cNvPr id="0" name=""/>
        <dsp:cNvSpPr/>
      </dsp:nvSpPr>
      <dsp:spPr>
        <a:xfrm>
          <a:off x="1315405" y="436241"/>
          <a:ext cx="3465188" cy="3465188"/>
        </a:xfrm>
        <a:custGeom>
          <a:avLst/>
          <a:gdLst/>
          <a:ahLst/>
          <a:cxnLst/>
          <a:rect l="0" t="0" r="0" b="0"/>
          <a:pathLst>
            <a:path>
              <a:moveTo>
                <a:pt x="416846" y="605345"/>
              </a:moveTo>
              <a:arcTo wR="1732594" hR="1732594" stAng="13235271" swAng="1210876"/>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BCDF4-B62E-472E-BABA-205D95735E83}">
      <dsp:nvSpPr>
        <dsp:cNvPr id="0" name=""/>
        <dsp:cNvSpPr/>
      </dsp:nvSpPr>
      <dsp:spPr>
        <a:xfrm>
          <a:off x="1905" y="478708"/>
          <a:ext cx="1857374" cy="68789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Bobby </a:t>
          </a:r>
          <a:r>
            <a:rPr lang="en-US" sz="1900" kern="1200" dirty="0" err="1"/>
            <a:t>Oberlechner</a:t>
          </a:r>
          <a:endParaRPr lang="en-US" sz="1900" kern="1200" dirty="0"/>
        </a:p>
      </dsp:txBody>
      <dsp:txXfrm>
        <a:off x="1905" y="478708"/>
        <a:ext cx="1857374" cy="687895"/>
      </dsp:txXfrm>
    </dsp:sp>
    <dsp:sp modelId="{5DEB256A-1A0F-4AA3-9AF0-3866EBAE4AB3}">
      <dsp:nvSpPr>
        <dsp:cNvPr id="0" name=""/>
        <dsp:cNvSpPr/>
      </dsp:nvSpPr>
      <dsp:spPr>
        <a:xfrm>
          <a:off x="1905" y="1166603"/>
          <a:ext cx="1857374" cy="241868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Maritime Safety </a:t>
          </a:r>
        </a:p>
        <a:p>
          <a:pPr marL="171450" lvl="1" indent="-171450" algn="l" defTabSz="844550">
            <a:lnSpc>
              <a:spcPct val="90000"/>
            </a:lnSpc>
            <a:spcBef>
              <a:spcPct val="0"/>
            </a:spcBef>
            <a:spcAft>
              <a:spcPct val="15000"/>
            </a:spcAft>
            <a:buChar char="•"/>
          </a:pPr>
          <a:r>
            <a:rPr lang="en-US" sz="1900" kern="1200" dirty="0"/>
            <a:t>Wrote two Courses</a:t>
          </a:r>
        </a:p>
      </dsp:txBody>
      <dsp:txXfrm>
        <a:off x="1905" y="1166603"/>
        <a:ext cx="1857374" cy="2418688"/>
      </dsp:txXfrm>
    </dsp:sp>
    <dsp:sp modelId="{A5384D68-96A8-44E1-B52A-E32CAB1C2E91}">
      <dsp:nvSpPr>
        <dsp:cNvPr id="0" name=""/>
        <dsp:cNvSpPr/>
      </dsp:nvSpPr>
      <dsp:spPr>
        <a:xfrm>
          <a:off x="2119312" y="478708"/>
          <a:ext cx="1857374" cy="68789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Dr. John Penton</a:t>
          </a:r>
        </a:p>
      </dsp:txBody>
      <dsp:txXfrm>
        <a:off x="2119312" y="478708"/>
        <a:ext cx="1857374" cy="687895"/>
      </dsp:txXfrm>
    </dsp:sp>
    <dsp:sp modelId="{3B45EC81-8AEB-4FA2-B830-22EC33C9129A}">
      <dsp:nvSpPr>
        <dsp:cNvPr id="0" name=""/>
        <dsp:cNvSpPr/>
      </dsp:nvSpPr>
      <dsp:spPr>
        <a:xfrm>
          <a:off x="2119312" y="1166603"/>
          <a:ext cx="1857374" cy="241868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Masters of Law in Ocean and Coastal Law</a:t>
          </a:r>
        </a:p>
        <a:p>
          <a:pPr marL="171450" lvl="1" indent="-171450" algn="l" defTabSz="844550">
            <a:lnSpc>
              <a:spcPct val="90000"/>
            </a:lnSpc>
            <a:spcBef>
              <a:spcPct val="0"/>
            </a:spcBef>
            <a:spcAft>
              <a:spcPct val="15000"/>
            </a:spcAft>
            <a:buChar char="•"/>
          </a:pPr>
          <a:r>
            <a:rPr lang="en-US" sz="1900" kern="1200" dirty="0"/>
            <a:t>PhD Oceanography &amp; Coastal Sciences</a:t>
          </a:r>
        </a:p>
      </dsp:txBody>
      <dsp:txXfrm>
        <a:off x="2119312" y="1166603"/>
        <a:ext cx="1857374" cy="2418688"/>
      </dsp:txXfrm>
    </dsp:sp>
    <dsp:sp modelId="{AB6E1C7D-47BB-406D-B8B1-BF262966FB40}">
      <dsp:nvSpPr>
        <dsp:cNvPr id="0" name=""/>
        <dsp:cNvSpPr/>
      </dsp:nvSpPr>
      <dsp:spPr>
        <a:xfrm>
          <a:off x="4236719" y="478708"/>
          <a:ext cx="1857374" cy="68789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Dr. Dennis Whitson</a:t>
          </a:r>
        </a:p>
      </dsp:txBody>
      <dsp:txXfrm>
        <a:off x="4236719" y="478708"/>
        <a:ext cx="1857374" cy="687895"/>
      </dsp:txXfrm>
    </dsp:sp>
    <dsp:sp modelId="{63D5C243-6107-46A9-8800-C202DC6854C0}">
      <dsp:nvSpPr>
        <dsp:cNvPr id="0" name=""/>
        <dsp:cNvSpPr/>
      </dsp:nvSpPr>
      <dsp:spPr>
        <a:xfrm>
          <a:off x="4236719" y="1166603"/>
          <a:ext cx="1857374" cy="241868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Navy Experience</a:t>
          </a:r>
        </a:p>
      </dsp:txBody>
      <dsp:txXfrm>
        <a:off x="4236719" y="1166603"/>
        <a:ext cx="1857374" cy="241868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BCEB5BD-C6A8-6F45-81D7-AB26227D83EE}" type="datetimeFigureOut">
              <a:rPr lang="en-US" smtClean="0"/>
              <a:t>9/10/2025</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016CCEDF-800E-AC4D-A3AC-71D1931F7FF6}" type="slidenum">
              <a:rPr lang="en-US" smtClean="0"/>
              <a:t>‹#›</a:t>
            </a:fld>
            <a:endParaRPr lang="en-US" dirty="0"/>
          </a:p>
        </p:txBody>
      </p:sp>
    </p:spTree>
    <p:extLst>
      <p:ext uri="{BB962C8B-B14F-4D97-AF65-F5344CB8AC3E}">
        <p14:creationId xmlns:p14="http://schemas.microsoft.com/office/powerpoint/2010/main" val="1071872506"/>
      </p:ext>
    </p:extLst>
  </p:cSld>
  <p:clrMap bg1="lt1" tx1="dk1" bg2="lt2" tx2="dk2" accent1="accent1" accent2="accent2" accent3="accent3" accent4="accent4" accent5="accent5" accent6="accent6" hlink="hlink" folHlink="folHlink"/>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6CCEDF-800E-AC4D-A3AC-71D1931F7FF6}" type="slidenum">
              <a:rPr lang="en-US" smtClean="0"/>
              <a:t>5</a:t>
            </a:fld>
            <a:endParaRPr lang="en-US" dirty="0"/>
          </a:p>
        </p:txBody>
      </p:sp>
    </p:spTree>
    <p:extLst>
      <p:ext uri="{BB962C8B-B14F-4D97-AF65-F5344CB8AC3E}">
        <p14:creationId xmlns:p14="http://schemas.microsoft.com/office/powerpoint/2010/main" val="2606028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C5D1A-B30C-E7AE-92B3-C8EA0A3DD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CC093-4196-1BEB-A758-F8973ABA5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02E088-6A17-033D-41F5-3E5FA67559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7C8BE5-CC05-E1FB-8EAC-067CC54A1E2C}"/>
              </a:ext>
            </a:extLst>
          </p:cNvPr>
          <p:cNvSpPr>
            <a:spLocks noGrp="1"/>
          </p:cNvSpPr>
          <p:nvPr>
            <p:ph type="sldNum" sz="quarter" idx="5"/>
          </p:nvPr>
        </p:nvSpPr>
        <p:spPr/>
        <p:txBody>
          <a:bodyPr/>
          <a:lstStyle/>
          <a:p>
            <a:fld id="{016CCEDF-800E-AC4D-A3AC-71D1931F7FF6}" type="slidenum">
              <a:rPr lang="en-US" smtClean="0"/>
              <a:t>6</a:t>
            </a:fld>
            <a:endParaRPr lang="en-US" dirty="0"/>
          </a:p>
        </p:txBody>
      </p:sp>
    </p:spTree>
    <p:extLst>
      <p:ext uri="{BB962C8B-B14F-4D97-AF65-F5344CB8AC3E}">
        <p14:creationId xmlns:p14="http://schemas.microsoft.com/office/powerpoint/2010/main" val="2321915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6EE15-57DE-9068-14DE-F7DA6B2F0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A73F7-F342-83FC-EDF4-C86556EBFA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7092D-8CA5-D51F-C281-6D92FB0DA7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6A2FCF-4EFA-7086-AA7E-C99068725343}"/>
              </a:ext>
            </a:extLst>
          </p:cNvPr>
          <p:cNvSpPr>
            <a:spLocks noGrp="1"/>
          </p:cNvSpPr>
          <p:nvPr>
            <p:ph type="sldNum" sz="quarter" idx="5"/>
          </p:nvPr>
        </p:nvSpPr>
        <p:spPr/>
        <p:txBody>
          <a:bodyPr/>
          <a:lstStyle/>
          <a:p>
            <a:fld id="{016CCEDF-800E-AC4D-A3AC-71D1931F7FF6}" type="slidenum">
              <a:rPr lang="en-US" smtClean="0"/>
              <a:t>7</a:t>
            </a:fld>
            <a:endParaRPr lang="en-US" dirty="0"/>
          </a:p>
        </p:txBody>
      </p:sp>
    </p:spTree>
    <p:extLst>
      <p:ext uri="{BB962C8B-B14F-4D97-AF65-F5344CB8AC3E}">
        <p14:creationId xmlns:p14="http://schemas.microsoft.com/office/powerpoint/2010/main" val="1110031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8"/>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EE11097-73BB-4221-8105-1F4F0F52EDD9}"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1376892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595367-D8D2-438F-815A-347EB80BA4E0}"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2880635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492B120-54CC-4404-8599-BA8BCDA89EAA}"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2258472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A268365-D331-42B0-AC78-47BCE345347A}" type="datetime1">
              <a:rPr lang="en-US" smtClean="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460392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15E2145-7223-49AC-9C0B-85BB0F2C6CC8}" type="datetime1">
              <a:rPr lang="en-US" smtClean="0"/>
              <a:t>9/10/2025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3920756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E6F0D2-D55D-4035-976B-08C83E0126ED}" type="datetime1">
              <a:rPr lang="en-US" smtClean="0"/>
              <a:t>9/10/2025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3258392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54BD51-A582-4023-A72F-67E0D280C2A2}" type="datetime1">
              <a:rPr lang="en-US" smtClean="0"/>
              <a:t>9/10/2025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3155518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3"/>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9660601-9254-4CA4-85D5-482CFAAD1FB8}" type="datetime1">
              <a:rPr lang="en-US" smtClean="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2396236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9"/>
            <a:ext cx="54864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B7762ED-FFCB-4812-9B8B-E98704FE7118}" type="datetime1">
              <a:rPr lang="en-US" smtClean="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4277256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CFAC25-7A5C-4D3B-BCA7-62F8D29FCAB3}"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754220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C1A44E-050D-4105-84E0-B70E07FA2BCC}"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3585608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7"/>
            <a:ext cx="6858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37F81F-039D-4B60-B03F-83AB305FFEC9}"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3437750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846D02-A80A-43F0-84C9-98A3308F57A2}"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250708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9" y="1709741"/>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9" y="4589465"/>
            <a:ext cx="7886700" cy="1500187"/>
          </a:xfrm>
        </p:spPr>
        <p:txBody>
          <a:bodyPr/>
          <a:lstStyle>
            <a:lvl1pPr marL="0" indent="0">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783801C-7F4E-4FC7-8FEB-4E3159AFC98C}"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2076066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1" y="1825625"/>
            <a:ext cx="38862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1825625"/>
            <a:ext cx="38862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D860C4-DE1C-4314-AC1A-2F97F925E34F}" type="datetime1">
              <a:rPr lang="en-US" smtClean="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13649118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2" y="365127"/>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474165-47BD-47C2-A616-5A759C625952}" type="datetime1">
              <a:rPr lang="en-US" smtClean="0"/>
              <a:t>9/10/2025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35204837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BF75DC-F95C-4A6A-AEB2-029E0BC095CC}" type="datetime1">
              <a:rPr lang="en-US" smtClean="0"/>
              <a:t>9/10/2025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9672555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B8B26F-0B79-4AAE-958F-1914D8EA26B9}" type="datetime1">
              <a:rPr lang="en-US" smtClean="0"/>
              <a:t>9/10/2025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4225416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9"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1"/>
            <a:ext cx="2949179"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F5FB8B4-228F-41ED-9054-479E3612ED3D}" type="datetime1">
              <a:rPr lang="en-US" smtClean="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35982726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9"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1"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1"/>
            <a:ext cx="2949179"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7AD689-1CC2-4991-84A7-541E0309B42C}" type="datetime1">
              <a:rPr lang="en-US" smtClean="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265558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F9120C-6DF0-4767-B316-6FEFE364B9BF}"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26460557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6"/>
            <a:ext cx="1971675" cy="58118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6"/>
            <a:ext cx="5800725"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B70792-79B6-41C6-A0C9-5A781BF1653D}"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597F75F-B188-BA4F-9FE5-EE0F4B3C2B74}" type="slidenum">
              <a:rPr lang="en-US" smtClean="0"/>
              <a:t>‹#›</a:t>
            </a:fld>
            <a:endParaRPr lang="en-US" dirty="0"/>
          </a:p>
        </p:txBody>
      </p:sp>
    </p:spTree>
    <p:extLst>
      <p:ext uri="{BB962C8B-B14F-4D97-AF65-F5344CB8AC3E}">
        <p14:creationId xmlns:p14="http://schemas.microsoft.com/office/powerpoint/2010/main" val="2761820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7EADAD-F711-4CE9-A5FB-5CDC56E3D5B0}" type="datetime1">
              <a:rPr lang="en-US" smtClean="0"/>
              <a:t>9/10/2025</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7F75F-B188-BA4F-9FE5-EE0F4B3C2B74}" type="slidenum">
              <a:rPr lang="en-US" smtClean="0"/>
              <a:t>‹#›</a:t>
            </a:fld>
            <a:endParaRPr lang="en-US" dirty="0"/>
          </a:p>
        </p:txBody>
      </p:sp>
    </p:spTree>
    <p:extLst>
      <p:ext uri="{BB962C8B-B14F-4D97-AF65-F5344CB8AC3E}">
        <p14:creationId xmlns:p14="http://schemas.microsoft.com/office/powerpoint/2010/main" val="3915390819"/>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60" r:id="rId12"/>
  </p:sldLayoutIdLst>
  <p:hf hdr="0" ftr="0" dt="0"/>
  <p:txStyles>
    <p:titleStyle>
      <a:lvl1pPr algn="ctr" defTabSz="457189"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457189" rtl="0" eaLnBrk="1" latinLnBrk="0" hangingPunct="1">
        <a:spcBef>
          <a:spcPct val="20000"/>
        </a:spcBef>
        <a:buFont typeface="Arial"/>
        <a:buChar char="•"/>
        <a:defRPr sz="3200" kern="1200">
          <a:solidFill>
            <a:schemeClr val="tx1"/>
          </a:solidFill>
          <a:latin typeface="+mn-lt"/>
          <a:ea typeface="+mn-ea"/>
          <a:cs typeface="+mn-cs"/>
        </a:defRPr>
      </a:lvl1pPr>
      <a:lvl2pPr marL="742932" indent="-285744" algn="l" defTabSz="457189" rtl="0" eaLnBrk="1" latinLnBrk="0" hangingPunct="1">
        <a:spcBef>
          <a:spcPct val="20000"/>
        </a:spcBef>
        <a:buFont typeface="Arial"/>
        <a:buChar char="–"/>
        <a:defRPr sz="2800" kern="1200">
          <a:solidFill>
            <a:schemeClr val="tx1"/>
          </a:solidFill>
          <a:latin typeface="+mn-lt"/>
          <a:ea typeface="+mn-ea"/>
          <a:cs typeface="+mn-cs"/>
        </a:defRPr>
      </a:lvl2pPr>
      <a:lvl3pPr marL="1142971" indent="-228594" algn="l" defTabSz="457189" rtl="0" eaLnBrk="1" latinLnBrk="0" hangingPunct="1">
        <a:spcBef>
          <a:spcPct val="20000"/>
        </a:spcBef>
        <a:buFont typeface="Arial"/>
        <a:buChar char="•"/>
        <a:defRPr sz="2400" kern="1200">
          <a:solidFill>
            <a:schemeClr val="tx1"/>
          </a:solidFill>
          <a:latin typeface="+mn-lt"/>
          <a:ea typeface="+mn-ea"/>
          <a:cs typeface="+mn-cs"/>
        </a:defRPr>
      </a:lvl3pPr>
      <a:lvl4pPr marL="1600160" indent="-228594" algn="l" defTabSz="457189" rtl="0" eaLnBrk="1" latinLnBrk="0" hangingPunct="1">
        <a:spcBef>
          <a:spcPct val="20000"/>
        </a:spcBef>
        <a:buFont typeface="Arial"/>
        <a:buChar char="–"/>
        <a:defRPr sz="2000" kern="1200">
          <a:solidFill>
            <a:schemeClr val="tx1"/>
          </a:solidFill>
          <a:latin typeface="+mn-lt"/>
          <a:ea typeface="+mn-ea"/>
          <a:cs typeface="+mn-cs"/>
        </a:defRPr>
      </a:lvl4pPr>
      <a:lvl5pPr marL="2057349" indent="-228594" algn="l" defTabSz="457189" rtl="0" eaLnBrk="1" latinLnBrk="0" hangingPunct="1">
        <a:spcBef>
          <a:spcPct val="20000"/>
        </a:spcBef>
        <a:buFont typeface="Arial"/>
        <a:buChar char="»"/>
        <a:defRPr sz="2000" kern="1200">
          <a:solidFill>
            <a:schemeClr val="tx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365127"/>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1" y="1825625"/>
            <a:ext cx="7886700" cy="435133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1" y="6356352"/>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6C325C-D0DB-4E7F-8C87-59D11F703E7C}" type="datetime1">
              <a:rPr lang="en-US" smtClean="0"/>
              <a:t>9/10/2025</a:t>
            </a:fld>
            <a:endParaRPr lang="en-US" dirty="0"/>
          </a:p>
        </p:txBody>
      </p:sp>
      <p:sp>
        <p:nvSpPr>
          <p:cNvPr id="5" name="Footer Placeholder 4"/>
          <p:cNvSpPr>
            <a:spLocks noGrp="1"/>
          </p:cNvSpPr>
          <p:nvPr>
            <p:ph type="ftr" sz="quarter" idx="3"/>
          </p:nvPr>
        </p:nvSpPr>
        <p:spPr>
          <a:xfrm>
            <a:off x="3028951" y="6356352"/>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1" y="6356352"/>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7F75F-B188-BA4F-9FE5-EE0F4B3C2B74}" type="slidenum">
              <a:rPr lang="en-US" smtClean="0"/>
              <a:t>‹#›</a:t>
            </a:fld>
            <a:endParaRPr lang="en-US" dirty="0"/>
          </a:p>
        </p:txBody>
      </p:sp>
    </p:spTree>
    <p:extLst>
      <p:ext uri="{BB962C8B-B14F-4D97-AF65-F5344CB8AC3E}">
        <p14:creationId xmlns:p14="http://schemas.microsoft.com/office/powerpoint/2010/main" val="1157125728"/>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143" y="0"/>
            <a:ext cx="9138285" cy="6858000"/>
          </a:xfrm>
          <a:prstGeom prst="rect">
            <a:avLst/>
          </a:prstGeom>
        </p:spPr>
      </p:pic>
      <p:sp>
        <p:nvSpPr>
          <p:cNvPr id="2" name="Title 1"/>
          <p:cNvSpPr>
            <a:spLocks noGrp="1"/>
          </p:cNvSpPr>
          <p:nvPr>
            <p:ph type="ctrTitle"/>
          </p:nvPr>
        </p:nvSpPr>
        <p:spPr>
          <a:xfrm>
            <a:off x="859536" y="3287002"/>
            <a:ext cx="7543800" cy="961318"/>
          </a:xfrm>
        </p:spPr>
        <p:txBody>
          <a:bodyPr>
            <a:normAutofit/>
          </a:bodyPr>
          <a:lstStyle/>
          <a:p>
            <a:r>
              <a:rPr lang="en-US" sz="4000" b="1" dirty="0">
                <a:solidFill>
                  <a:srgbClr val="002855"/>
                </a:solidFill>
                <a:latin typeface="Helvetica" pitchFamily="2" charset="0"/>
              </a:rPr>
              <a:t>Maritime Safety Concentration</a:t>
            </a:r>
          </a:p>
        </p:txBody>
      </p:sp>
      <p:sp>
        <p:nvSpPr>
          <p:cNvPr id="3" name="Subtitle 2"/>
          <p:cNvSpPr>
            <a:spLocks noGrp="1"/>
          </p:cNvSpPr>
          <p:nvPr>
            <p:ph type="subTitle" idx="1"/>
          </p:nvPr>
        </p:nvSpPr>
        <p:spPr>
          <a:xfrm>
            <a:off x="859536" y="4495797"/>
            <a:ext cx="7543800" cy="800100"/>
          </a:xfrm>
        </p:spPr>
        <p:txBody>
          <a:bodyPr>
            <a:normAutofit/>
          </a:bodyPr>
          <a:lstStyle/>
          <a:p>
            <a:r>
              <a:rPr lang="en-US" dirty="0">
                <a:solidFill>
                  <a:srgbClr val="5B6770"/>
                </a:solidFill>
                <a:latin typeface="Helvetica" pitchFamily="2" charset="0"/>
              </a:rPr>
              <a:t>Academic Program Director: Travis L. Smith</a:t>
            </a:r>
            <a:endParaRPr lang="en-US" sz="1600" dirty="0">
              <a:solidFill>
                <a:srgbClr val="5B6770"/>
              </a:solidFill>
              <a:latin typeface="Helvetica" pitchFamily="2" charset="0"/>
            </a:endParaRPr>
          </a:p>
        </p:txBody>
      </p:sp>
      <p:sp>
        <p:nvSpPr>
          <p:cNvPr id="4" name="Slide Number Placeholder 3">
            <a:extLst>
              <a:ext uri="{FF2B5EF4-FFF2-40B4-BE49-F238E27FC236}">
                <a16:creationId xmlns:a16="http://schemas.microsoft.com/office/drawing/2014/main" id="{F1E8FC72-59F8-4433-9711-C654A501C26B}"/>
              </a:ext>
            </a:extLst>
          </p:cNvPr>
          <p:cNvSpPr>
            <a:spLocks noGrp="1"/>
          </p:cNvSpPr>
          <p:nvPr>
            <p:ph type="sldNum" sz="quarter" idx="12"/>
          </p:nvPr>
        </p:nvSpPr>
        <p:spPr/>
        <p:txBody>
          <a:bodyPr/>
          <a:lstStyle/>
          <a:p>
            <a:fld id="{4597F75F-B188-BA4F-9FE5-EE0F4B3C2B74}" type="slidenum">
              <a:rPr lang="en-US" smtClean="0"/>
              <a:t>1</a:t>
            </a:fld>
            <a:endParaRPr lang="en-US" dirty="0"/>
          </a:p>
        </p:txBody>
      </p:sp>
    </p:spTree>
    <p:extLst>
      <p:ext uri="{BB962C8B-B14F-4D97-AF65-F5344CB8AC3E}">
        <p14:creationId xmlns:p14="http://schemas.microsoft.com/office/powerpoint/2010/main" val="3839718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986" y="1041196"/>
            <a:ext cx="7806543" cy="5417475"/>
          </a:xfrm>
        </p:spPr>
        <p:txBody>
          <a:bodyPr>
            <a:noAutofit/>
          </a:bodyPr>
          <a:lstStyle/>
          <a:p>
            <a:pPr marL="0" indent="0">
              <a:lnSpc>
                <a:spcPct val="100000"/>
              </a:lnSpc>
              <a:buNone/>
            </a:pPr>
            <a:r>
              <a:rPr lang="en-US" sz="2000" b="1" dirty="0">
                <a:solidFill>
                  <a:srgbClr val="002855"/>
                </a:solidFill>
              </a:rPr>
              <a:t>Maritime Safety Concentration</a:t>
            </a:r>
          </a:p>
          <a:p>
            <a:pPr marL="0" marR="0" indent="0">
              <a:spcBef>
                <a:spcPts val="0"/>
              </a:spcBef>
              <a:spcAft>
                <a:spcPts val="0"/>
              </a:spcAft>
              <a:buNone/>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Occupational Safety and Health – Maritime Safety Concentration</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indent="0">
              <a:spcBef>
                <a:spcPts val="0"/>
              </a:spcBef>
              <a:spcAft>
                <a:spcPts val="0"/>
              </a:spcAft>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b="1"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rPr>
              <a:t>Concentration Learning Outcomes </a:t>
            </a:r>
          </a:p>
          <a:p>
            <a:pPr marL="0" marR="0" indent="0">
              <a:spcBef>
                <a:spcPts val="0"/>
              </a:spcBef>
              <a:spcAft>
                <a:spcPts val="0"/>
              </a:spcAft>
              <a:buNone/>
            </a:pPr>
            <a:r>
              <a:rPr lang="en-US" sz="1800" dirty="0">
                <a:solidFill>
                  <a:srgbClr val="000000"/>
                </a:solidFill>
                <a:effectLst/>
                <a:latin typeface="Calibri" panose="020F0502020204030204" pitchFamily="34" charset="0"/>
                <a:ea typeface="MS Mincho" panose="02020609040205080304" pitchFamily="49" charset="-128"/>
                <a:cs typeface="Times New Roman" panose="02020603050405020304" pitchFamily="18" charset="0"/>
              </a:rPr>
              <a:t>Upon completion of the program, students should be able to do the following:</a:t>
            </a:r>
          </a:p>
          <a:p>
            <a:pPr marL="0" marR="0" indent="0">
              <a:spcBef>
                <a:spcPts val="0"/>
              </a:spcBef>
              <a:spcAft>
                <a:spcPts val="0"/>
              </a:spcAft>
              <a:buNone/>
            </a:pPr>
            <a:endParaRPr lang="en-US" sz="1800" dirty="0">
              <a:solidFill>
                <a:srgbClr val="000000"/>
              </a:solidFill>
              <a:latin typeface="Calibri" panose="020F0502020204030204" pitchFamily="34" charset="0"/>
              <a:ea typeface="MS Mincho" panose="02020609040205080304" pitchFamily="49" charset="-128"/>
              <a:cs typeface="Times New Roman" panose="02020603050405020304" pitchFamily="18" charset="0"/>
            </a:endParaRPr>
          </a:p>
          <a:p>
            <a:pPr marL="342900" marR="0" indent="-342900">
              <a:spcBef>
                <a:spcPts val="0"/>
              </a:spcBef>
              <a:spcAft>
                <a:spcPts val="0"/>
              </a:spcAft>
              <a:buAutoNum type="arabicPeriod"/>
            </a:pPr>
            <a:r>
              <a:rPr lang="en-US" sz="1800" dirty="0">
                <a:solidFill>
                  <a:srgbClr val="000000"/>
                </a:solidFill>
                <a:effectLst/>
                <a:latin typeface="Calibri" panose="020F0502020204030204" pitchFamily="34" charset="0"/>
                <a:ea typeface="MS Mincho" panose="02020609040205080304" pitchFamily="49" charset="-128"/>
                <a:cs typeface="Times New Roman" panose="02020603050405020304" pitchFamily="18" charset="0"/>
              </a:rPr>
              <a:t>Propose research-based solutions that promote a safe maritime work environment.</a:t>
            </a:r>
          </a:p>
          <a:p>
            <a:pPr marL="342900" marR="0" indent="-342900">
              <a:spcBef>
                <a:spcPts val="0"/>
              </a:spcBef>
              <a:spcAft>
                <a:spcPts val="0"/>
              </a:spcAft>
              <a:buAutoNum type="arabicPeriod"/>
            </a:pPr>
            <a:r>
              <a:rPr lang="en-US" sz="1800" dirty="0">
                <a:solidFill>
                  <a:srgbClr val="000000"/>
                </a:solidFill>
                <a:latin typeface="Calibri" panose="020F0502020204030204" pitchFamily="34" charset="0"/>
                <a:ea typeface="MS Mincho" panose="02020609040205080304" pitchFamily="49" charset="-128"/>
                <a:cs typeface="Times New Roman" panose="02020603050405020304" pitchFamily="18" charset="0"/>
              </a:rPr>
              <a:t>Analyze maritime workplaces to identify occupational hazards.</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lvl="0" indent="0">
              <a:spcBef>
                <a:spcPts val="0"/>
              </a:spcBef>
              <a:spcAft>
                <a:spcPts val="0"/>
              </a:spcAft>
              <a:buNone/>
            </a:pPr>
            <a:endParaRPr lang="en-US" sz="1800" dirty="0">
              <a:effectLst/>
              <a:latin typeface="Cambria" panose="02040503050406030204" pitchFamily="18" charset="0"/>
              <a:ea typeface="Cambria" panose="02040503050406030204" pitchFamily="18" charset="0"/>
              <a:cs typeface="Times New Roman" panose="02020603050405020304" pitchFamily="18" charset="0"/>
            </a:endParaRPr>
          </a:p>
          <a:p>
            <a:pPr marL="0" marR="0" indent="0">
              <a:spcBef>
                <a:spcPts val="0"/>
              </a:spcBef>
              <a:spcAft>
                <a:spcPts val="0"/>
              </a:spcAft>
              <a:buNone/>
            </a:pPr>
            <a:r>
              <a:rPr lang="en-US" sz="2000" b="1" dirty="0">
                <a:solidFill>
                  <a:srgbClr val="002855"/>
                </a:solidFill>
              </a:rPr>
              <a:t>Course Number and name			Credit Hours</a:t>
            </a:r>
          </a:p>
          <a:p>
            <a:pPr lvl="0">
              <a:spcBef>
                <a:spcPts val="0"/>
              </a:spcBef>
            </a:pPr>
            <a:r>
              <a:rPr lang="en-US" sz="1800" dirty="0"/>
              <a:t>OSH 2306, Maritime Safety Standards			3</a:t>
            </a:r>
          </a:p>
          <a:p>
            <a:pPr>
              <a:spcBef>
                <a:spcPts val="0"/>
              </a:spcBef>
            </a:pPr>
            <a:r>
              <a:rPr lang="en-US" sz="1800" dirty="0"/>
              <a:t>OSH 3313, Introduction to Maritime Workers </a:t>
            </a:r>
            <a:br>
              <a:rPr lang="en-US" sz="1800" dirty="0"/>
            </a:br>
            <a:r>
              <a:rPr lang="en-US" sz="1800" dirty="0"/>
              <a:t>Compensation (Longshore and Jones Act)			3</a:t>
            </a:r>
          </a:p>
          <a:p>
            <a:pPr>
              <a:spcBef>
                <a:spcPts val="0"/>
              </a:spcBef>
            </a:pPr>
            <a:r>
              <a:rPr lang="en-US" sz="1800" dirty="0"/>
              <a:t>OSH 3314, Special Topics in the Maritime Industry		3</a:t>
            </a:r>
          </a:p>
          <a:p>
            <a:pPr>
              <a:spcBef>
                <a:spcPts val="0"/>
              </a:spcBef>
            </a:pPr>
            <a:r>
              <a:rPr lang="en-US" sz="1800" dirty="0"/>
              <a:t>OSH 4314 Materials Handling in the Maritime Industry		3</a:t>
            </a:r>
          </a:p>
          <a:p>
            <a:pPr marL="0" indent="0">
              <a:buNone/>
            </a:pPr>
            <a:r>
              <a:rPr lang="en-US" sz="2000" b="1" dirty="0">
                <a:solidFill>
                  <a:srgbClr val="002855"/>
                </a:solidFill>
              </a:rPr>
              <a:t>Offered in the following programs:</a:t>
            </a:r>
          </a:p>
          <a:p>
            <a:pPr>
              <a:spcBef>
                <a:spcPts val="0"/>
              </a:spcBef>
            </a:pPr>
            <a:r>
              <a:rPr lang="en-US" sz="1800" dirty="0"/>
              <a:t>BS, Homeland Security</a:t>
            </a:r>
          </a:p>
          <a:p>
            <a:pPr>
              <a:spcBef>
                <a:spcPts val="0"/>
              </a:spcBef>
            </a:pPr>
            <a:r>
              <a:rPr lang="en-US" sz="1800" dirty="0"/>
              <a:t>BS, Occupational Safety and Health</a:t>
            </a:r>
          </a:p>
          <a:p>
            <a:pPr marL="0" indent="0">
              <a:lnSpc>
                <a:spcPct val="110000"/>
              </a:lnSpc>
              <a:buNone/>
            </a:pPr>
            <a:endParaRPr lang="en-US" sz="1800" dirty="0">
              <a:solidFill>
                <a:srgbClr val="002855"/>
              </a:solidFill>
            </a:endParaRPr>
          </a:p>
        </p:txBody>
      </p:sp>
      <p:sp>
        <p:nvSpPr>
          <p:cNvPr id="7" name="Title 1">
            <a:extLst>
              <a:ext uri="{FF2B5EF4-FFF2-40B4-BE49-F238E27FC236}">
                <a16:creationId xmlns:a16="http://schemas.microsoft.com/office/drawing/2014/main" id="{CEFC0C97-370F-E241-9A07-377FDB337E47}"/>
              </a:ext>
            </a:extLst>
          </p:cNvPr>
          <p:cNvSpPr>
            <a:spLocks noGrp="1"/>
          </p:cNvSpPr>
          <p:nvPr>
            <p:ph type="title"/>
          </p:nvPr>
        </p:nvSpPr>
        <p:spPr>
          <a:xfrm>
            <a:off x="440986" y="218033"/>
            <a:ext cx="8232692" cy="758824"/>
          </a:xfrm>
        </p:spPr>
        <p:txBody>
          <a:bodyPr>
            <a:normAutofit/>
          </a:bodyPr>
          <a:lstStyle/>
          <a:p>
            <a:r>
              <a:rPr lang="en-US" sz="2800" b="1" dirty="0">
                <a:solidFill>
                  <a:srgbClr val="002855"/>
                </a:solidFill>
                <a:uFill>
                  <a:solidFill>
                    <a:srgbClr val="666666"/>
                  </a:solidFill>
                </a:uFill>
                <a:latin typeface="Helvetica" pitchFamily="2" charset="0"/>
              </a:rPr>
              <a:t>Concentration Description </a:t>
            </a:r>
          </a:p>
        </p:txBody>
      </p:sp>
      <p:cxnSp>
        <p:nvCxnSpPr>
          <p:cNvPr id="8" name="Straight Connector 7">
            <a:extLst>
              <a:ext uri="{FF2B5EF4-FFF2-40B4-BE49-F238E27FC236}">
                <a16:creationId xmlns:a16="http://schemas.microsoft.com/office/drawing/2014/main" id="{85F47E17-424E-8C44-B3A0-8A1B39A4448F}"/>
              </a:ext>
            </a:extLst>
          </p:cNvPr>
          <p:cNvCxnSpPr>
            <a:cxnSpLocks/>
          </p:cNvCxnSpPr>
          <p:nvPr/>
        </p:nvCxnSpPr>
        <p:spPr>
          <a:xfrm>
            <a:off x="440986" y="976857"/>
            <a:ext cx="8232692" cy="0"/>
          </a:xfrm>
          <a:prstGeom prst="line">
            <a:avLst/>
          </a:prstGeom>
          <a:ln>
            <a:solidFill>
              <a:srgbClr val="C6AA76"/>
            </a:solidFill>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1E80924-9A01-4D54-B484-20095386D798}"/>
              </a:ext>
            </a:extLst>
          </p:cNvPr>
          <p:cNvSpPr>
            <a:spLocks noGrp="1"/>
          </p:cNvSpPr>
          <p:nvPr>
            <p:ph type="sldNum" sz="quarter" idx="12"/>
          </p:nvPr>
        </p:nvSpPr>
        <p:spPr/>
        <p:txBody>
          <a:bodyPr/>
          <a:lstStyle/>
          <a:p>
            <a:fld id="{4597F75F-B188-BA4F-9FE5-EE0F4B3C2B74}" type="slidenum">
              <a:rPr lang="en-US" smtClean="0"/>
              <a:t>2</a:t>
            </a:fld>
            <a:endParaRPr lang="en-US" dirty="0"/>
          </a:p>
        </p:txBody>
      </p:sp>
    </p:spTree>
    <p:extLst>
      <p:ext uri="{BB962C8B-B14F-4D97-AF65-F5344CB8AC3E}">
        <p14:creationId xmlns:p14="http://schemas.microsoft.com/office/powerpoint/2010/main" val="108317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9E0E2-BF9C-E67B-3692-C9571B90479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09437EF-CA5E-5C06-49B4-F7D6BD3C796E}"/>
              </a:ext>
            </a:extLst>
          </p:cNvPr>
          <p:cNvSpPr>
            <a:spLocks noGrp="1"/>
          </p:cNvSpPr>
          <p:nvPr>
            <p:ph type="title"/>
          </p:nvPr>
        </p:nvSpPr>
        <p:spPr>
          <a:xfrm>
            <a:off x="440986" y="218033"/>
            <a:ext cx="8232692" cy="758824"/>
          </a:xfrm>
        </p:spPr>
        <p:txBody>
          <a:bodyPr>
            <a:normAutofit/>
          </a:bodyPr>
          <a:lstStyle/>
          <a:p>
            <a:r>
              <a:rPr lang="en-US" sz="2800" b="1" dirty="0">
                <a:solidFill>
                  <a:srgbClr val="002855"/>
                </a:solidFill>
                <a:uFill>
                  <a:solidFill>
                    <a:srgbClr val="666666"/>
                  </a:solidFill>
                </a:uFill>
                <a:latin typeface="Helvetica" pitchFamily="2" charset="0"/>
              </a:rPr>
              <a:t>Course Descriptions </a:t>
            </a:r>
          </a:p>
        </p:txBody>
      </p:sp>
      <p:cxnSp>
        <p:nvCxnSpPr>
          <p:cNvPr id="8" name="Straight Connector 7">
            <a:extLst>
              <a:ext uri="{FF2B5EF4-FFF2-40B4-BE49-F238E27FC236}">
                <a16:creationId xmlns:a16="http://schemas.microsoft.com/office/drawing/2014/main" id="{31780084-51F4-8627-A518-FCDD90D358AC}"/>
              </a:ext>
            </a:extLst>
          </p:cNvPr>
          <p:cNvCxnSpPr>
            <a:cxnSpLocks/>
          </p:cNvCxnSpPr>
          <p:nvPr/>
        </p:nvCxnSpPr>
        <p:spPr>
          <a:xfrm>
            <a:off x="440986" y="976857"/>
            <a:ext cx="8232692" cy="0"/>
          </a:xfrm>
          <a:prstGeom prst="line">
            <a:avLst/>
          </a:prstGeom>
          <a:ln>
            <a:solidFill>
              <a:srgbClr val="C6AA76"/>
            </a:solidFill>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3605136-662E-0F9C-6FE1-1BB5FB440E7E}"/>
              </a:ext>
            </a:extLst>
          </p:cNvPr>
          <p:cNvSpPr>
            <a:spLocks noGrp="1"/>
          </p:cNvSpPr>
          <p:nvPr>
            <p:ph type="sldNum" sz="quarter" idx="12"/>
          </p:nvPr>
        </p:nvSpPr>
        <p:spPr/>
        <p:txBody>
          <a:bodyPr/>
          <a:lstStyle/>
          <a:p>
            <a:fld id="{4597F75F-B188-BA4F-9FE5-EE0F4B3C2B74}" type="slidenum">
              <a:rPr lang="en-US" smtClean="0"/>
              <a:t>3</a:t>
            </a:fld>
            <a:endParaRPr lang="en-US" dirty="0"/>
          </a:p>
        </p:txBody>
      </p:sp>
      <p:sp>
        <p:nvSpPr>
          <p:cNvPr id="5" name="Content Placeholder 4">
            <a:extLst>
              <a:ext uri="{FF2B5EF4-FFF2-40B4-BE49-F238E27FC236}">
                <a16:creationId xmlns:a16="http://schemas.microsoft.com/office/drawing/2014/main" id="{4A7754F7-0B74-50F0-D1A7-1F8EE03111FA}"/>
              </a:ext>
            </a:extLst>
          </p:cNvPr>
          <p:cNvSpPr>
            <a:spLocks noGrp="1"/>
          </p:cNvSpPr>
          <p:nvPr>
            <p:ph idx="1"/>
          </p:nvPr>
        </p:nvSpPr>
        <p:spPr>
          <a:xfrm>
            <a:off x="440986" y="1253330"/>
            <a:ext cx="8425222" cy="5103022"/>
          </a:xfrm>
        </p:spPr>
        <p:txBody>
          <a:bodyPr>
            <a:normAutofit fontScale="92500" lnSpcReduction="10000"/>
          </a:bodyPr>
          <a:lstStyle/>
          <a:p>
            <a:pPr lvl="0"/>
            <a:r>
              <a:rPr lang="en-US" sz="2000" b="1" dirty="0">
                <a:solidFill>
                  <a:srgbClr val="002855"/>
                </a:solidFill>
              </a:rPr>
              <a:t>OSH 2306, Maritime Safety Standards</a:t>
            </a:r>
          </a:p>
          <a:p>
            <a:pPr marL="231775" lvl="1" indent="0">
              <a:buNone/>
            </a:pPr>
            <a:r>
              <a:rPr lang="en-US" dirty="0"/>
              <a:t>Provides a comprehensive overview of the international and domestic regulations, standards, and best practices governing maritime safety. Students will explore the key elements of maritime safety management, including risk assessment, emergency response, accident investigation, and the human element in maritime safety.</a:t>
            </a:r>
          </a:p>
          <a:p>
            <a:pPr marL="231775" lvl="1" indent="0">
              <a:buNone/>
            </a:pPr>
            <a:endParaRPr lang="en-US" sz="1800" dirty="0"/>
          </a:p>
          <a:p>
            <a:r>
              <a:rPr lang="en-US" sz="2000" b="1" dirty="0">
                <a:solidFill>
                  <a:srgbClr val="002855"/>
                </a:solidFill>
              </a:rPr>
              <a:t>OSH 3313, Introduction to Maritime Workers Compensation (Longshore and Jones Act)	</a:t>
            </a:r>
          </a:p>
          <a:p>
            <a:pPr marL="231775" lvl="1" indent="0">
              <a:buNone/>
            </a:pPr>
            <a:r>
              <a:rPr lang="en-US" dirty="0"/>
              <a:t>Provides a comprehensive overview of the unique legal framework governing workers' compensation for maritime employees. It explores the complexities of maritime law as it intersects with workers' compensation principles, focusing on the various statutes and doctrines that determine liability and benefits for injured maritime workers. Students will examine the Jones Act, the Longshore and Harbor Workers' Compensation Act (LHWCA), and other relevant legislation</a:t>
            </a:r>
          </a:p>
        </p:txBody>
      </p:sp>
    </p:spTree>
    <p:extLst>
      <p:ext uri="{BB962C8B-B14F-4D97-AF65-F5344CB8AC3E}">
        <p14:creationId xmlns:p14="http://schemas.microsoft.com/office/powerpoint/2010/main" val="4005772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5CBDD-9FF3-E38A-0FFF-85F243D5C22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2A6FA59-4561-366C-D9E4-7B977AFEF4CA}"/>
              </a:ext>
            </a:extLst>
          </p:cNvPr>
          <p:cNvSpPr>
            <a:spLocks noGrp="1"/>
          </p:cNvSpPr>
          <p:nvPr>
            <p:ph type="title"/>
          </p:nvPr>
        </p:nvSpPr>
        <p:spPr>
          <a:xfrm>
            <a:off x="440986" y="218033"/>
            <a:ext cx="8232692" cy="758824"/>
          </a:xfrm>
        </p:spPr>
        <p:txBody>
          <a:bodyPr>
            <a:normAutofit/>
          </a:bodyPr>
          <a:lstStyle/>
          <a:p>
            <a:r>
              <a:rPr lang="en-US" sz="2800" b="1" dirty="0">
                <a:solidFill>
                  <a:srgbClr val="002855"/>
                </a:solidFill>
                <a:uFill>
                  <a:solidFill>
                    <a:srgbClr val="666666"/>
                  </a:solidFill>
                </a:uFill>
                <a:latin typeface="Helvetica" pitchFamily="2" charset="0"/>
              </a:rPr>
              <a:t>Course Descriptions (cont’d)</a:t>
            </a:r>
          </a:p>
        </p:txBody>
      </p:sp>
      <p:cxnSp>
        <p:nvCxnSpPr>
          <p:cNvPr id="8" name="Straight Connector 7">
            <a:extLst>
              <a:ext uri="{FF2B5EF4-FFF2-40B4-BE49-F238E27FC236}">
                <a16:creationId xmlns:a16="http://schemas.microsoft.com/office/drawing/2014/main" id="{C568B652-453E-54DB-910A-D23D786B790E}"/>
              </a:ext>
            </a:extLst>
          </p:cNvPr>
          <p:cNvCxnSpPr>
            <a:cxnSpLocks/>
          </p:cNvCxnSpPr>
          <p:nvPr/>
        </p:nvCxnSpPr>
        <p:spPr>
          <a:xfrm>
            <a:off x="440986" y="976857"/>
            <a:ext cx="8232692" cy="0"/>
          </a:xfrm>
          <a:prstGeom prst="line">
            <a:avLst/>
          </a:prstGeom>
          <a:ln>
            <a:solidFill>
              <a:srgbClr val="C6AA76"/>
            </a:solidFill>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BFE28C69-557A-1CCF-F486-74DA36EB4FE9}"/>
              </a:ext>
            </a:extLst>
          </p:cNvPr>
          <p:cNvSpPr>
            <a:spLocks noGrp="1"/>
          </p:cNvSpPr>
          <p:nvPr>
            <p:ph type="sldNum" sz="quarter" idx="12"/>
          </p:nvPr>
        </p:nvSpPr>
        <p:spPr/>
        <p:txBody>
          <a:bodyPr/>
          <a:lstStyle/>
          <a:p>
            <a:fld id="{4597F75F-B188-BA4F-9FE5-EE0F4B3C2B74}" type="slidenum">
              <a:rPr lang="en-US" smtClean="0"/>
              <a:t>4</a:t>
            </a:fld>
            <a:endParaRPr lang="en-US" dirty="0"/>
          </a:p>
        </p:txBody>
      </p:sp>
      <p:sp>
        <p:nvSpPr>
          <p:cNvPr id="5" name="Content Placeholder 4">
            <a:extLst>
              <a:ext uri="{FF2B5EF4-FFF2-40B4-BE49-F238E27FC236}">
                <a16:creationId xmlns:a16="http://schemas.microsoft.com/office/drawing/2014/main" id="{89700B59-5426-47FC-F6B8-BBC2976D4AFC}"/>
              </a:ext>
            </a:extLst>
          </p:cNvPr>
          <p:cNvSpPr>
            <a:spLocks noGrp="1"/>
          </p:cNvSpPr>
          <p:nvPr>
            <p:ph idx="1"/>
          </p:nvPr>
        </p:nvSpPr>
        <p:spPr>
          <a:xfrm>
            <a:off x="440986" y="1253330"/>
            <a:ext cx="7886700" cy="5103022"/>
          </a:xfrm>
        </p:spPr>
        <p:txBody>
          <a:bodyPr>
            <a:normAutofit/>
          </a:bodyPr>
          <a:lstStyle/>
          <a:p>
            <a:r>
              <a:rPr lang="en-US" sz="2000" b="1" dirty="0">
                <a:solidFill>
                  <a:srgbClr val="002855"/>
                </a:solidFill>
              </a:rPr>
              <a:t>OSH 3314, Special Topics in the Maritime Industry</a:t>
            </a:r>
          </a:p>
          <a:p>
            <a:pPr marL="231775" indent="0">
              <a:buNone/>
            </a:pPr>
            <a:r>
              <a:rPr lang="en-US" sz="2400" dirty="0"/>
              <a:t>Provides a comprehensive overview of accident prevention, risk minimization, and protection of life and property at sea.</a:t>
            </a:r>
          </a:p>
          <a:p>
            <a:endParaRPr lang="en-US" sz="2000" b="1" dirty="0">
              <a:solidFill>
                <a:srgbClr val="002855"/>
              </a:solidFill>
            </a:endParaRPr>
          </a:p>
          <a:p>
            <a:r>
              <a:rPr lang="en-US" sz="2000" b="1" dirty="0">
                <a:solidFill>
                  <a:srgbClr val="002855"/>
                </a:solidFill>
              </a:rPr>
              <a:t>OSH 4314 Materials Handling in the Maritime Industry</a:t>
            </a:r>
            <a:r>
              <a:rPr lang="en-US" dirty="0"/>
              <a:t>	</a:t>
            </a:r>
          </a:p>
          <a:p>
            <a:pPr marL="231775" indent="0">
              <a:buNone/>
            </a:pPr>
            <a:r>
              <a:rPr lang="en-US" sz="2400" dirty="0"/>
              <a:t>Provides a comprehensive overview of the principles, equipment, and best practices involved in material handling within the maritime industry. Students will learn about the unique challenges and considerations associated with moving cargo in port environments, onboard vessels, and during intermodal transportation.</a:t>
            </a:r>
          </a:p>
          <a:p>
            <a:endParaRPr lang="en-US" dirty="0"/>
          </a:p>
        </p:txBody>
      </p:sp>
    </p:spTree>
    <p:extLst>
      <p:ext uri="{BB962C8B-B14F-4D97-AF65-F5344CB8AC3E}">
        <p14:creationId xmlns:p14="http://schemas.microsoft.com/office/powerpoint/2010/main" val="496893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634" y="1201782"/>
            <a:ext cx="8334044" cy="5081451"/>
          </a:xfrm>
        </p:spPr>
        <p:txBody>
          <a:bodyPr>
            <a:noAutofit/>
          </a:bodyPr>
          <a:lstStyle/>
          <a:p>
            <a:pPr marL="0" indent="0">
              <a:lnSpc>
                <a:spcPct val="110000"/>
              </a:lnSpc>
              <a:buNone/>
            </a:pPr>
            <a:endParaRPr lang="en-US" sz="1800" dirty="0">
              <a:solidFill>
                <a:srgbClr val="002855"/>
              </a:solidFill>
            </a:endParaRPr>
          </a:p>
          <a:p>
            <a:pPr marL="0" indent="0">
              <a:lnSpc>
                <a:spcPct val="110000"/>
              </a:lnSpc>
              <a:buNone/>
            </a:pPr>
            <a:endParaRPr lang="en-US" sz="1800" dirty="0">
              <a:solidFill>
                <a:srgbClr val="002855"/>
              </a:solidFill>
            </a:endParaRPr>
          </a:p>
        </p:txBody>
      </p:sp>
      <p:sp>
        <p:nvSpPr>
          <p:cNvPr id="7" name="Title 1">
            <a:extLst>
              <a:ext uri="{FF2B5EF4-FFF2-40B4-BE49-F238E27FC236}">
                <a16:creationId xmlns:a16="http://schemas.microsoft.com/office/drawing/2014/main" id="{CEFC0C97-370F-E241-9A07-377FDB337E47}"/>
              </a:ext>
            </a:extLst>
          </p:cNvPr>
          <p:cNvSpPr>
            <a:spLocks noGrp="1"/>
          </p:cNvSpPr>
          <p:nvPr>
            <p:ph type="title"/>
          </p:nvPr>
        </p:nvSpPr>
        <p:spPr>
          <a:xfrm>
            <a:off x="440986" y="218033"/>
            <a:ext cx="8232692" cy="758824"/>
          </a:xfrm>
        </p:spPr>
        <p:txBody>
          <a:bodyPr>
            <a:normAutofit/>
          </a:bodyPr>
          <a:lstStyle/>
          <a:p>
            <a:pPr algn="ctr"/>
            <a:r>
              <a:rPr lang="en-US" sz="2800" b="1" dirty="0">
                <a:solidFill>
                  <a:srgbClr val="002855"/>
                </a:solidFill>
                <a:uFill>
                  <a:solidFill>
                    <a:srgbClr val="666666"/>
                  </a:solidFill>
                </a:uFill>
                <a:latin typeface="Helvetica" pitchFamily="2" charset="0"/>
              </a:rPr>
              <a:t>Who are our potential students?</a:t>
            </a:r>
          </a:p>
        </p:txBody>
      </p:sp>
      <p:cxnSp>
        <p:nvCxnSpPr>
          <p:cNvPr id="8" name="Straight Connector 7">
            <a:extLst>
              <a:ext uri="{FF2B5EF4-FFF2-40B4-BE49-F238E27FC236}">
                <a16:creationId xmlns:a16="http://schemas.microsoft.com/office/drawing/2014/main" id="{85F47E17-424E-8C44-B3A0-8A1B39A4448F}"/>
              </a:ext>
            </a:extLst>
          </p:cNvPr>
          <p:cNvCxnSpPr>
            <a:cxnSpLocks/>
          </p:cNvCxnSpPr>
          <p:nvPr/>
        </p:nvCxnSpPr>
        <p:spPr>
          <a:xfrm>
            <a:off x="440986" y="976857"/>
            <a:ext cx="8232692" cy="0"/>
          </a:xfrm>
          <a:prstGeom prst="line">
            <a:avLst/>
          </a:prstGeom>
          <a:ln>
            <a:solidFill>
              <a:srgbClr val="C6AA76"/>
            </a:solidFill>
          </a:ln>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3BB2293A-7F2E-4993-A371-7A092365FAFE}"/>
              </a:ext>
            </a:extLst>
          </p:cNvPr>
          <p:cNvSpPr>
            <a:spLocks noGrp="1"/>
          </p:cNvSpPr>
          <p:nvPr>
            <p:ph type="sldNum" sz="quarter" idx="12"/>
          </p:nvPr>
        </p:nvSpPr>
        <p:spPr/>
        <p:txBody>
          <a:bodyPr/>
          <a:lstStyle/>
          <a:p>
            <a:fld id="{4597F75F-B188-BA4F-9FE5-EE0F4B3C2B74}" type="slidenum">
              <a:rPr lang="en-US" smtClean="0"/>
              <a:t>5</a:t>
            </a:fld>
            <a:endParaRPr lang="en-US" dirty="0"/>
          </a:p>
        </p:txBody>
      </p:sp>
      <p:graphicFrame>
        <p:nvGraphicFramePr>
          <p:cNvPr id="5" name="Diagram 4">
            <a:extLst>
              <a:ext uri="{FF2B5EF4-FFF2-40B4-BE49-F238E27FC236}">
                <a16:creationId xmlns:a16="http://schemas.microsoft.com/office/drawing/2014/main" id="{F5B38CD0-A2FC-8CB5-61B5-1876BDAB47C2}"/>
              </a:ext>
            </a:extLst>
          </p:cNvPr>
          <p:cNvGraphicFramePr/>
          <p:nvPr>
            <p:extLst>
              <p:ext uri="{D42A27DB-BD31-4B8C-83A1-F6EECF244321}">
                <p14:modId xmlns:p14="http://schemas.microsoft.com/office/powerpoint/2010/main" val="587848173"/>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0418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7E653-5EC5-26B1-09D5-8C3E23E554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236426-2CD5-35EF-54DA-C3C989015BBE}"/>
              </a:ext>
            </a:extLst>
          </p:cNvPr>
          <p:cNvSpPr>
            <a:spLocks noGrp="1"/>
          </p:cNvSpPr>
          <p:nvPr>
            <p:ph idx="1"/>
          </p:nvPr>
        </p:nvSpPr>
        <p:spPr>
          <a:xfrm>
            <a:off x="339634" y="1201782"/>
            <a:ext cx="8334044" cy="5081451"/>
          </a:xfrm>
        </p:spPr>
        <p:txBody>
          <a:bodyPr>
            <a:noAutofit/>
          </a:bodyPr>
          <a:lstStyle/>
          <a:p>
            <a:pPr marL="0" indent="0">
              <a:lnSpc>
                <a:spcPct val="110000"/>
              </a:lnSpc>
              <a:buNone/>
            </a:pPr>
            <a:endParaRPr lang="en-US" sz="1800" dirty="0">
              <a:solidFill>
                <a:srgbClr val="002855"/>
              </a:solidFill>
            </a:endParaRPr>
          </a:p>
          <a:p>
            <a:pPr marL="0" indent="0">
              <a:lnSpc>
                <a:spcPct val="110000"/>
              </a:lnSpc>
              <a:buNone/>
            </a:pPr>
            <a:endParaRPr lang="en-US" sz="1800" dirty="0">
              <a:solidFill>
                <a:srgbClr val="002855"/>
              </a:solidFill>
            </a:endParaRPr>
          </a:p>
        </p:txBody>
      </p:sp>
      <p:sp>
        <p:nvSpPr>
          <p:cNvPr id="7" name="Title 1">
            <a:extLst>
              <a:ext uri="{FF2B5EF4-FFF2-40B4-BE49-F238E27FC236}">
                <a16:creationId xmlns:a16="http://schemas.microsoft.com/office/drawing/2014/main" id="{0AE0DBAA-D2C3-1909-F133-B22567A57AD5}"/>
              </a:ext>
            </a:extLst>
          </p:cNvPr>
          <p:cNvSpPr>
            <a:spLocks noGrp="1"/>
          </p:cNvSpPr>
          <p:nvPr>
            <p:ph type="title"/>
          </p:nvPr>
        </p:nvSpPr>
        <p:spPr>
          <a:xfrm>
            <a:off x="440986" y="218033"/>
            <a:ext cx="8232692" cy="758824"/>
          </a:xfrm>
        </p:spPr>
        <p:txBody>
          <a:bodyPr>
            <a:normAutofit/>
          </a:bodyPr>
          <a:lstStyle/>
          <a:p>
            <a:pPr algn="ctr"/>
            <a:r>
              <a:rPr lang="en-US" sz="2800" b="1" dirty="0">
                <a:solidFill>
                  <a:srgbClr val="002855"/>
                </a:solidFill>
                <a:uFill>
                  <a:solidFill>
                    <a:srgbClr val="666666"/>
                  </a:solidFill>
                </a:uFill>
                <a:latin typeface="Helvetica" pitchFamily="2" charset="0"/>
              </a:rPr>
              <a:t>Program Benefits</a:t>
            </a:r>
          </a:p>
        </p:txBody>
      </p:sp>
      <p:cxnSp>
        <p:nvCxnSpPr>
          <p:cNvPr id="8" name="Straight Connector 7">
            <a:extLst>
              <a:ext uri="{FF2B5EF4-FFF2-40B4-BE49-F238E27FC236}">
                <a16:creationId xmlns:a16="http://schemas.microsoft.com/office/drawing/2014/main" id="{834F547C-C0BE-C699-A2A4-C380B5551AD0}"/>
              </a:ext>
            </a:extLst>
          </p:cNvPr>
          <p:cNvCxnSpPr>
            <a:cxnSpLocks/>
          </p:cNvCxnSpPr>
          <p:nvPr/>
        </p:nvCxnSpPr>
        <p:spPr>
          <a:xfrm>
            <a:off x="440986" y="976857"/>
            <a:ext cx="8232692" cy="0"/>
          </a:xfrm>
          <a:prstGeom prst="line">
            <a:avLst/>
          </a:prstGeom>
          <a:ln>
            <a:solidFill>
              <a:srgbClr val="C6AA76"/>
            </a:solidFill>
          </a:ln>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D02C025A-CE96-D5AE-2A7A-B252363CAC3E}"/>
              </a:ext>
            </a:extLst>
          </p:cNvPr>
          <p:cNvSpPr>
            <a:spLocks noGrp="1"/>
          </p:cNvSpPr>
          <p:nvPr>
            <p:ph type="sldNum" sz="quarter" idx="12"/>
          </p:nvPr>
        </p:nvSpPr>
        <p:spPr/>
        <p:txBody>
          <a:bodyPr/>
          <a:lstStyle/>
          <a:p>
            <a:fld id="{4597F75F-B188-BA4F-9FE5-EE0F4B3C2B74}" type="slidenum">
              <a:rPr lang="en-US" smtClean="0"/>
              <a:t>6</a:t>
            </a:fld>
            <a:endParaRPr lang="en-US" dirty="0"/>
          </a:p>
        </p:txBody>
      </p:sp>
      <p:graphicFrame>
        <p:nvGraphicFramePr>
          <p:cNvPr id="5" name="Diagram 4">
            <a:extLst>
              <a:ext uri="{FF2B5EF4-FFF2-40B4-BE49-F238E27FC236}">
                <a16:creationId xmlns:a16="http://schemas.microsoft.com/office/drawing/2014/main" id="{21E4C135-C29F-5BB4-183F-9DD01EE0AE76}"/>
              </a:ext>
            </a:extLst>
          </p:cNvPr>
          <p:cNvGraphicFramePr/>
          <p:nvPr>
            <p:extLst>
              <p:ext uri="{D42A27DB-BD31-4B8C-83A1-F6EECF244321}">
                <p14:modId xmlns:p14="http://schemas.microsoft.com/office/powerpoint/2010/main" val="2937981897"/>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Arrow: Up 5">
            <a:extLst>
              <a:ext uri="{FF2B5EF4-FFF2-40B4-BE49-F238E27FC236}">
                <a16:creationId xmlns:a16="http://schemas.microsoft.com/office/drawing/2014/main" id="{4B3BF5D0-19C0-1711-A1C9-ED5DD39809EF}"/>
              </a:ext>
            </a:extLst>
          </p:cNvPr>
          <p:cNvSpPr/>
          <p:nvPr/>
        </p:nvSpPr>
        <p:spPr>
          <a:xfrm>
            <a:off x="3930554" y="4866672"/>
            <a:ext cx="221259" cy="420592"/>
          </a:xfrm>
          <a:prstGeom prst="up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828506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28517-A48A-2057-CFD6-F17EFEB317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CCB05A-CA61-9243-6807-676D04989E36}"/>
              </a:ext>
            </a:extLst>
          </p:cNvPr>
          <p:cNvSpPr>
            <a:spLocks noGrp="1"/>
          </p:cNvSpPr>
          <p:nvPr>
            <p:ph idx="1"/>
          </p:nvPr>
        </p:nvSpPr>
        <p:spPr>
          <a:xfrm>
            <a:off x="339634" y="1201782"/>
            <a:ext cx="8334044" cy="5081451"/>
          </a:xfrm>
        </p:spPr>
        <p:txBody>
          <a:bodyPr>
            <a:noAutofit/>
          </a:bodyPr>
          <a:lstStyle/>
          <a:p>
            <a:pPr marL="0" indent="0">
              <a:lnSpc>
                <a:spcPct val="110000"/>
              </a:lnSpc>
              <a:buNone/>
            </a:pPr>
            <a:endParaRPr lang="en-US" sz="1800" dirty="0">
              <a:solidFill>
                <a:srgbClr val="002855"/>
              </a:solidFill>
            </a:endParaRPr>
          </a:p>
          <a:p>
            <a:pPr marL="0" indent="0">
              <a:lnSpc>
                <a:spcPct val="110000"/>
              </a:lnSpc>
              <a:buNone/>
            </a:pPr>
            <a:endParaRPr lang="en-US" sz="1800" dirty="0">
              <a:solidFill>
                <a:srgbClr val="002855"/>
              </a:solidFill>
            </a:endParaRPr>
          </a:p>
        </p:txBody>
      </p:sp>
      <p:sp>
        <p:nvSpPr>
          <p:cNvPr id="7" name="Title 1">
            <a:extLst>
              <a:ext uri="{FF2B5EF4-FFF2-40B4-BE49-F238E27FC236}">
                <a16:creationId xmlns:a16="http://schemas.microsoft.com/office/drawing/2014/main" id="{6C16294D-0B81-1FD9-6C9A-8F43DE2D7FFF}"/>
              </a:ext>
            </a:extLst>
          </p:cNvPr>
          <p:cNvSpPr>
            <a:spLocks noGrp="1"/>
          </p:cNvSpPr>
          <p:nvPr>
            <p:ph type="title"/>
          </p:nvPr>
        </p:nvSpPr>
        <p:spPr>
          <a:xfrm>
            <a:off x="440986" y="218033"/>
            <a:ext cx="8232692" cy="758824"/>
          </a:xfrm>
        </p:spPr>
        <p:txBody>
          <a:bodyPr>
            <a:normAutofit/>
          </a:bodyPr>
          <a:lstStyle/>
          <a:p>
            <a:pPr algn="ctr"/>
            <a:r>
              <a:rPr lang="en-US" sz="2800" b="1" dirty="0">
                <a:solidFill>
                  <a:srgbClr val="002855"/>
                </a:solidFill>
                <a:uFill>
                  <a:solidFill>
                    <a:srgbClr val="666666"/>
                  </a:solidFill>
                </a:uFill>
                <a:latin typeface="Helvetica" pitchFamily="2" charset="0"/>
              </a:rPr>
              <a:t>Faculty Information</a:t>
            </a:r>
          </a:p>
        </p:txBody>
      </p:sp>
      <p:cxnSp>
        <p:nvCxnSpPr>
          <p:cNvPr id="8" name="Straight Connector 7">
            <a:extLst>
              <a:ext uri="{FF2B5EF4-FFF2-40B4-BE49-F238E27FC236}">
                <a16:creationId xmlns:a16="http://schemas.microsoft.com/office/drawing/2014/main" id="{75BCB07B-2EDC-995A-0A3D-674F0CD90AEF}"/>
              </a:ext>
            </a:extLst>
          </p:cNvPr>
          <p:cNvCxnSpPr>
            <a:cxnSpLocks/>
          </p:cNvCxnSpPr>
          <p:nvPr/>
        </p:nvCxnSpPr>
        <p:spPr>
          <a:xfrm>
            <a:off x="440986" y="976857"/>
            <a:ext cx="8232692" cy="0"/>
          </a:xfrm>
          <a:prstGeom prst="line">
            <a:avLst/>
          </a:prstGeom>
          <a:ln>
            <a:solidFill>
              <a:srgbClr val="C6AA76"/>
            </a:solidFill>
          </a:ln>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D565DB99-8D4C-97B3-8125-3CB12B5C37C2}"/>
              </a:ext>
            </a:extLst>
          </p:cNvPr>
          <p:cNvSpPr>
            <a:spLocks noGrp="1"/>
          </p:cNvSpPr>
          <p:nvPr>
            <p:ph type="sldNum" sz="quarter" idx="12"/>
          </p:nvPr>
        </p:nvSpPr>
        <p:spPr/>
        <p:txBody>
          <a:bodyPr/>
          <a:lstStyle/>
          <a:p>
            <a:fld id="{4597F75F-B188-BA4F-9FE5-EE0F4B3C2B74}" type="slidenum">
              <a:rPr lang="en-US" smtClean="0"/>
              <a:t>7</a:t>
            </a:fld>
            <a:endParaRPr lang="en-US" dirty="0"/>
          </a:p>
        </p:txBody>
      </p:sp>
      <p:graphicFrame>
        <p:nvGraphicFramePr>
          <p:cNvPr id="5" name="Diagram 4">
            <a:extLst>
              <a:ext uri="{FF2B5EF4-FFF2-40B4-BE49-F238E27FC236}">
                <a16:creationId xmlns:a16="http://schemas.microsoft.com/office/drawing/2014/main" id="{13E13667-5358-3CDB-5FA9-E4D7D64D95AF}"/>
              </a:ext>
            </a:extLst>
          </p:cNvPr>
          <p:cNvGraphicFramePr/>
          <p:nvPr>
            <p:extLst>
              <p:ext uri="{D42A27DB-BD31-4B8C-83A1-F6EECF244321}">
                <p14:modId xmlns:p14="http://schemas.microsoft.com/office/powerpoint/2010/main" val="2191853489"/>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0031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143" y="0"/>
            <a:ext cx="9138285" cy="6858000"/>
          </a:xfrm>
          <a:prstGeom prst="rect">
            <a:avLst/>
          </a:prstGeom>
        </p:spPr>
      </p:pic>
      <p:sp>
        <p:nvSpPr>
          <p:cNvPr id="3" name="Slide Number Placeholder 2">
            <a:extLst>
              <a:ext uri="{FF2B5EF4-FFF2-40B4-BE49-F238E27FC236}">
                <a16:creationId xmlns:a16="http://schemas.microsoft.com/office/drawing/2014/main" id="{782252B3-2FD6-48DF-BAD1-68926E815C9C}"/>
              </a:ext>
            </a:extLst>
          </p:cNvPr>
          <p:cNvSpPr>
            <a:spLocks noGrp="1"/>
          </p:cNvSpPr>
          <p:nvPr>
            <p:ph type="sldNum" sz="quarter" idx="12"/>
          </p:nvPr>
        </p:nvSpPr>
        <p:spPr/>
        <p:txBody>
          <a:bodyPr/>
          <a:lstStyle/>
          <a:p>
            <a:fld id="{4597F75F-B188-BA4F-9FE5-EE0F4B3C2B74}" type="slidenum">
              <a:rPr lang="en-US" smtClean="0"/>
              <a:t>8</a:t>
            </a:fld>
            <a:endParaRPr lang="en-US" dirty="0"/>
          </a:p>
        </p:txBody>
      </p:sp>
    </p:spTree>
    <p:extLst>
      <p:ext uri="{BB962C8B-B14F-4D97-AF65-F5344CB8AC3E}">
        <p14:creationId xmlns:p14="http://schemas.microsoft.com/office/powerpoint/2010/main" val="110256947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69950EDC-8633-834F-996F-ECDD051C6829}" vid="{1871F012-8BEB-D44F-96A7-9E38081395F2}"/>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69950EDC-8633-834F-996F-ECDD051C6829}" vid="{990E27E2-B628-0A43-AF4A-5072D4BB96B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CSU-PPT-standard-white[1]</Template>
  <TotalTime>5067</TotalTime>
  <Words>457</Words>
  <Application>Microsoft Office PowerPoint</Application>
  <PresentationFormat>On-screen Show (4:3)</PresentationFormat>
  <Paragraphs>64</Paragraphs>
  <Slides>8</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Arial</vt:lpstr>
      <vt:lpstr>Calibri</vt:lpstr>
      <vt:lpstr>Calibri Light</vt:lpstr>
      <vt:lpstr>Cambria</vt:lpstr>
      <vt:lpstr>Helvetica</vt:lpstr>
      <vt:lpstr>Custom Design</vt:lpstr>
      <vt:lpstr>Office Theme</vt:lpstr>
      <vt:lpstr>Maritime Safety Concentration</vt:lpstr>
      <vt:lpstr>Concentration Description </vt:lpstr>
      <vt:lpstr>Course Descriptions </vt:lpstr>
      <vt:lpstr>Course Descriptions (cont’d)</vt:lpstr>
      <vt:lpstr>Who are our potential students?</vt:lpstr>
      <vt:lpstr>Program Benefits</vt:lpstr>
      <vt:lpstr>Faculty Information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CURRICULUM CHANGES</dc:title>
  <dc:creator>Christina Conti</dc:creator>
  <cp:lastModifiedBy>Jim Forsythe</cp:lastModifiedBy>
  <cp:revision>78</cp:revision>
  <dcterms:created xsi:type="dcterms:W3CDTF">2019-10-11T14:06:43Z</dcterms:created>
  <dcterms:modified xsi:type="dcterms:W3CDTF">2025-09-10T21:26:31Z</dcterms:modified>
</cp:coreProperties>
</file>